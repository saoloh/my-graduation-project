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g"/>
  <Default Extension="png" ContentType="image/png"/>
  <Default Extension="bmp" ContentType="image/bmp"/>
  <Default Extension="gif" ContentType="image/gif"/>
  <Default Extension="tif" ContentType="image/tif"/>
  <Default Extension="pdf" ContentType="application/pdf"/>
  <Default Extension="mov" ContentType="application/movie"/>
  <Default Extension="vml" ContentType="application/vnd.openxmlformats-officedocument.vmlDrawing"/>
  <Default Extension="xlsx" ContentType="application/vnd.openxmlformats-officedocument.spreadsheetml.sheet"/>
  <Override PartName="/docProps/core.xml" ContentType="application/vnd.openxmlformats-package.core-properties+xml"/>
  <Override PartName="/docProps/app.xml" ContentType="application/vnd.openxmlformats-officedocument.extended-properties+xml"/>
  <Override PartName="/ppt/presentation.xml" ContentType="application/vnd.openxmlformats-officedocument.presentationml.presentation.main+xml"/>
  <Override PartName="/ppt/presProps.xml" ContentType="application/vnd.openxmlformats-officedocument.presentationml.presProps+xml"/>
  <Override PartName="/ppt/viewProps.xml" ContentType="application/vnd.openxmlformats-officedocument.presentationml.viewProps+xml"/>
  <Override PartName="/ppt/commentAuthors.xml" ContentType="application/vnd.openxmlformats-officedocument.presentationml.commentAuthors+xml"/>
  <Override PartName="/ppt/tableStyles.xml" ContentType="application/vnd.openxmlformats-officedocument.presentationml.tableStyles+xml"/>
  <Override PartName="/ppt/slideMasters/slideMaster1.xml" ContentType="application/vnd.openxmlformats-officedocument.presentationml.slideMaster+xml"/>
  <Override PartName="/ppt/theme/theme1.xml" ContentType="application/vnd.openxmlformats-officedocument.theme+xml"/>
  <Override PartName="/ppt/notesMasters/notesMaster1.xml" ContentType="application/vnd.openxmlformats-officedocument.presentationml.notes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media/image1.jpeg" ContentType="image/jpeg"/>
  <Override PartName="/ppt/media/image2.jpeg" ContentType="image/jpeg"/>
  <Override PartName="/ppt/media/image3.jpeg" ContentType="image/jpeg"/>
  <Override PartName="/ppt/media/image4.jpeg" ContentType="image/jpeg"/>
  <Override PartName="/ppt/media/image5.jpeg" ContentType="image/jpeg"/>
  <Override PartName="/ppt/media/image6.jpeg" ContentType="image/jpeg"/>
  <Override PartName="/ppt/media/image7.jpeg" ContentType="image/jpeg"/>
  <Override PartName="/ppt/media/image8.jpeg" ContentType="image/jpeg"/>
  <Override PartName="/ppt/media/image9.jpeg" ContentType="image/jpeg"/>
  <Override PartName="/ppt/media/image10.jpeg" ContentType="image/jpeg"/>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sldMasterIdLst>
    <p:sldMasterId id="2147483648" r:id="rId5"/>
  </p:sldMasterIdLst>
  <p:notesMasterIdLst>
    <p:notesMasterId r:id="rId7"/>
  </p:notesMasterIdLst>
  <p:sldIdLst>
    <p:sldId id="256" r:id="rId8"/>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Lst>
  <p:sldSz cx="9144000" cy="5143500"/>
  <p:notesSz cx="6858000" cy="9144000"/>
  <p:defaultTex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0" hangingPunct="0">
      <a:lnSpc>
        <a:spcPct val="100000"/>
      </a:lnSpc>
      <a:spcBef>
        <a:spcPts val="0"/>
      </a:spcBef>
      <a:spcAft>
        <a:spcPts val="0"/>
      </a:spcAft>
      <a:buClrTx/>
      <a:buSzTx/>
      <a:buFontTx/>
      <a:buNone/>
      <a:tabLst/>
      <a:defRPr b="0" baseline="0" cap="none" i="0" spc="0" strike="noStrike" sz="1400" u="none" kumimoji="0" normalizeH="0">
        <a:ln>
          <a:noFill/>
        </a:ln>
        <a:solidFill>
          <a:srgbClr val="000000"/>
        </a:solidFill>
        <a:effectLst/>
        <a:uFillTx/>
        <a:latin typeface="+mj-lt"/>
        <a:ea typeface="+mj-ea"/>
        <a:cs typeface="+mj-cs"/>
        <a:sym typeface="Arial"/>
      </a:defRPr>
    </a:lvl1pPr>
    <a:lvl2pPr marL="0" marR="0" indent="0" algn="l" defTabSz="914400" rtl="0" fontAlgn="auto" latinLnBrk="0" hangingPunct="0">
      <a:lnSpc>
        <a:spcPct val="100000"/>
      </a:lnSpc>
      <a:spcBef>
        <a:spcPts val="0"/>
      </a:spcBef>
      <a:spcAft>
        <a:spcPts val="0"/>
      </a:spcAft>
      <a:buClrTx/>
      <a:buSzTx/>
      <a:buFontTx/>
      <a:buNone/>
      <a:tabLst/>
      <a:defRPr b="0" baseline="0" cap="none" i="0" spc="0" strike="noStrike" sz="1400" u="none" kumimoji="0" normalizeH="0">
        <a:ln>
          <a:noFill/>
        </a:ln>
        <a:solidFill>
          <a:srgbClr val="000000"/>
        </a:solidFill>
        <a:effectLst/>
        <a:uFillTx/>
        <a:latin typeface="+mj-lt"/>
        <a:ea typeface="+mj-ea"/>
        <a:cs typeface="+mj-cs"/>
        <a:sym typeface="Arial"/>
      </a:defRPr>
    </a:lvl2pPr>
    <a:lvl3pPr marL="0" marR="0" indent="0" algn="l" defTabSz="914400" rtl="0" fontAlgn="auto" latinLnBrk="0" hangingPunct="0">
      <a:lnSpc>
        <a:spcPct val="100000"/>
      </a:lnSpc>
      <a:spcBef>
        <a:spcPts val="0"/>
      </a:spcBef>
      <a:spcAft>
        <a:spcPts val="0"/>
      </a:spcAft>
      <a:buClrTx/>
      <a:buSzTx/>
      <a:buFontTx/>
      <a:buNone/>
      <a:tabLst/>
      <a:defRPr b="0" baseline="0" cap="none" i="0" spc="0" strike="noStrike" sz="1400" u="none" kumimoji="0" normalizeH="0">
        <a:ln>
          <a:noFill/>
        </a:ln>
        <a:solidFill>
          <a:srgbClr val="000000"/>
        </a:solidFill>
        <a:effectLst/>
        <a:uFillTx/>
        <a:latin typeface="+mj-lt"/>
        <a:ea typeface="+mj-ea"/>
        <a:cs typeface="+mj-cs"/>
        <a:sym typeface="Arial"/>
      </a:defRPr>
    </a:lvl3pPr>
    <a:lvl4pPr marL="0" marR="0" indent="0" algn="l" defTabSz="914400" rtl="0" fontAlgn="auto" latinLnBrk="0" hangingPunct="0">
      <a:lnSpc>
        <a:spcPct val="100000"/>
      </a:lnSpc>
      <a:spcBef>
        <a:spcPts val="0"/>
      </a:spcBef>
      <a:spcAft>
        <a:spcPts val="0"/>
      </a:spcAft>
      <a:buClrTx/>
      <a:buSzTx/>
      <a:buFontTx/>
      <a:buNone/>
      <a:tabLst/>
      <a:defRPr b="0" baseline="0" cap="none" i="0" spc="0" strike="noStrike" sz="1400" u="none" kumimoji="0" normalizeH="0">
        <a:ln>
          <a:noFill/>
        </a:ln>
        <a:solidFill>
          <a:srgbClr val="000000"/>
        </a:solidFill>
        <a:effectLst/>
        <a:uFillTx/>
        <a:latin typeface="+mj-lt"/>
        <a:ea typeface="+mj-ea"/>
        <a:cs typeface="+mj-cs"/>
        <a:sym typeface="Arial"/>
      </a:defRPr>
    </a:lvl4pPr>
    <a:lvl5pPr marL="0" marR="0" indent="0" algn="l" defTabSz="914400" rtl="0" fontAlgn="auto" latinLnBrk="0" hangingPunct="0">
      <a:lnSpc>
        <a:spcPct val="100000"/>
      </a:lnSpc>
      <a:spcBef>
        <a:spcPts val="0"/>
      </a:spcBef>
      <a:spcAft>
        <a:spcPts val="0"/>
      </a:spcAft>
      <a:buClrTx/>
      <a:buSzTx/>
      <a:buFontTx/>
      <a:buNone/>
      <a:tabLst/>
      <a:defRPr b="0" baseline="0" cap="none" i="0" spc="0" strike="noStrike" sz="1400" u="none" kumimoji="0" normalizeH="0">
        <a:ln>
          <a:noFill/>
        </a:ln>
        <a:solidFill>
          <a:srgbClr val="000000"/>
        </a:solidFill>
        <a:effectLst/>
        <a:uFillTx/>
        <a:latin typeface="+mj-lt"/>
        <a:ea typeface="+mj-ea"/>
        <a:cs typeface="+mj-cs"/>
        <a:sym typeface="Arial"/>
      </a:defRPr>
    </a:lvl5pPr>
    <a:lvl6pPr marL="0" marR="0" indent="0" algn="l" defTabSz="914400" rtl="0" fontAlgn="auto" latinLnBrk="0" hangingPunct="0">
      <a:lnSpc>
        <a:spcPct val="100000"/>
      </a:lnSpc>
      <a:spcBef>
        <a:spcPts val="0"/>
      </a:spcBef>
      <a:spcAft>
        <a:spcPts val="0"/>
      </a:spcAft>
      <a:buClrTx/>
      <a:buSzTx/>
      <a:buFontTx/>
      <a:buNone/>
      <a:tabLst/>
      <a:defRPr b="0" baseline="0" cap="none" i="0" spc="0" strike="noStrike" sz="1400" u="none" kumimoji="0" normalizeH="0">
        <a:ln>
          <a:noFill/>
        </a:ln>
        <a:solidFill>
          <a:srgbClr val="000000"/>
        </a:solidFill>
        <a:effectLst/>
        <a:uFillTx/>
        <a:latin typeface="+mj-lt"/>
        <a:ea typeface="+mj-ea"/>
        <a:cs typeface="+mj-cs"/>
        <a:sym typeface="Arial"/>
      </a:defRPr>
    </a:lvl6pPr>
    <a:lvl7pPr marL="0" marR="0" indent="0" algn="l" defTabSz="914400" rtl="0" fontAlgn="auto" latinLnBrk="0" hangingPunct="0">
      <a:lnSpc>
        <a:spcPct val="100000"/>
      </a:lnSpc>
      <a:spcBef>
        <a:spcPts val="0"/>
      </a:spcBef>
      <a:spcAft>
        <a:spcPts val="0"/>
      </a:spcAft>
      <a:buClrTx/>
      <a:buSzTx/>
      <a:buFontTx/>
      <a:buNone/>
      <a:tabLst/>
      <a:defRPr b="0" baseline="0" cap="none" i="0" spc="0" strike="noStrike" sz="1400" u="none" kumimoji="0" normalizeH="0">
        <a:ln>
          <a:noFill/>
        </a:ln>
        <a:solidFill>
          <a:srgbClr val="000000"/>
        </a:solidFill>
        <a:effectLst/>
        <a:uFillTx/>
        <a:latin typeface="+mj-lt"/>
        <a:ea typeface="+mj-ea"/>
        <a:cs typeface="+mj-cs"/>
        <a:sym typeface="Arial"/>
      </a:defRPr>
    </a:lvl7pPr>
    <a:lvl8pPr marL="0" marR="0" indent="0" algn="l" defTabSz="914400" rtl="0" fontAlgn="auto" latinLnBrk="0" hangingPunct="0">
      <a:lnSpc>
        <a:spcPct val="100000"/>
      </a:lnSpc>
      <a:spcBef>
        <a:spcPts val="0"/>
      </a:spcBef>
      <a:spcAft>
        <a:spcPts val="0"/>
      </a:spcAft>
      <a:buClrTx/>
      <a:buSzTx/>
      <a:buFontTx/>
      <a:buNone/>
      <a:tabLst/>
      <a:defRPr b="0" baseline="0" cap="none" i="0" spc="0" strike="noStrike" sz="1400" u="none" kumimoji="0" normalizeH="0">
        <a:ln>
          <a:noFill/>
        </a:ln>
        <a:solidFill>
          <a:srgbClr val="000000"/>
        </a:solidFill>
        <a:effectLst/>
        <a:uFillTx/>
        <a:latin typeface="+mj-lt"/>
        <a:ea typeface="+mj-ea"/>
        <a:cs typeface="+mj-cs"/>
        <a:sym typeface="Arial"/>
      </a:defRPr>
    </a:lvl8pPr>
    <a:lvl9pPr marL="0" marR="0" indent="0" algn="l" defTabSz="914400" rtl="0" fontAlgn="auto" latinLnBrk="0" hangingPunct="0">
      <a:lnSpc>
        <a:spcPct val="100000"/>
      </a:lnSpc>
      <a:spcBef>
        <a:spcPts val="0"/>
      </a:spcBef>
      <a:spcAft>
        <a:spcPts val="0"/>
      </a:spcAft>
      <a:buClrTx/>
      <a:buSzTx/>
      <a:buFontTx/>
      <a:buNone/>
      <a:tabLst/>
      <a:defRPr b="0" baseline="0" cap="none" i="0" spc="0" strike="noStrike" sz="1400" u="none" kumimoji="0" normalizeH="0">
        <a:ln>
          <a:noFill/>
        </a:ln>
        <a:solidFill>
          <a:srgbClr val="000000"/>
        </a:solidFill>
        <a:effectLst/>
        <a:uFillTx/>
        <a:latin typeface="+mj-lt"/>
        <a:ea typeface="+mj-ea"/>
        <a:cs typeface="+mj-cs"/>
        <a:sym typeface="Arial"/>
      </a:defRPr>
    </a:lvl9pPr>
  </p:defaultTextStyle>
</p:presentation>
</file>

<file path=ppt/commentAuthors.xml><?xml version="1.0" encoding="utf-8"?>
<p:cmAuthorLs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file>

<file path=ppt/presProps.xml><?xml version="1.0" encoding="utf-8"?>
<p:presentationP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showPr loop="0"/>
</p:presentationPr>
</file>

<file path=ppt/tableStyles.xml><?xml version="1.0" encoding="utf-8"?>
<a:tblStyleLst xmlns:a="http://schemas.openxmlformats.org/drawingml/2006/main" xmlns:r="http://schemas.openxmlformats.org/officeDocument/2006/relationships" def="{5940675A-B579-460E-94D1-54222C63F5DA}">
  <a:tblStyle styleId="{4C3C2611-4C71-4FC5-86AE-919BDF0F9419}" styleName="">
    <a:tblBg/>
    <a:wholeTbl>
      <a:tcTxStyle b="off" i="off">
        <a:fontRef idx="major">
          <a:srgbClr val="000000"/>
        </a:fontRef>
        <a:srgbClr val="000000"/>
      </a:tcTxStyle>
      <a:tcStyle>
        <a:tcBdr>
          <a:left>
            <a:ln w="12700" cap="flat">
              <a:solidFill>
                <a:srgbClr val="F5F2EE"/>
              </a:solidFill>
              <a:prstDash val="solid"/>
              <a:round/>
            </a:ln>
          </a:left>
          <a:right>
            <a:ln w="12700" cap="flat">
              <a:solidFill>
                <a:srgbClr val="F5F2EE"/>
              </a:solidFill>
              <a:prstDash val="solid"/>
              <a:round/>
            </a:ln>
          </a:right>
          <a:top>
            <a:ln w="12700" cap="flat">
              <a:solidFill>
                <a:srgbClr val="F5F2EE"/>
              </a:solidFill>
              <a:prstDash val="solid"/>
              <a:round/>
            </a:ln>
          </a:top>
          <a:bottom>
            <a:ln w="12700" cap="flat">
              <a:solidFill>
                <a:srgbClr val="F5F2EE"/>
              </a:solidFill>
              <a:prstDash val="solid"/>
              <a:round/>
            </a:ln>
          </a:bottom>
          <a:insideH>
            <a:ln w="12700" cap="flat">
              <a:solidFill>
                <a:srgbClr val="F5F2EE"/>
              </a:solidFill>
              <a:prstDash val="solid"/>
              <a:round/>
            </a:ln>
          </a:insideH>
          <a:insideV>
            <a:ln w="12700" cap="flat">
              <a:solidFill>
                <a:srgbClr val="F5F2EE"/>
              </a:solidFill>
              <a:prstDash val="solid"/>
              <a:round/>
            </a:ln>
          </a:insideV>
        </a:tcBdr>
        <a:fill>
          <a:solidFill>
            <a:srgbClr val="CDCCCC"/>
          </a:solidFill>
        </a:fill>
      </a:tcStyle>
    </a:wholeTbl>
    <a:band2H>
      <a:tcTxStyle b="def" i="def"/>
      <a:tcStyle>
        <a:tcBdr/>
        <a:fill>
          <a:solidFill>
            <a:srgbClr val="E8E7E7"/>
          </a:solidFill>
        </a:fill>
      </a:tcStyle>
    </a:band2H>
    <a:firstCol>
      <a:tcTxStyle b="on" i="off">
        <a:fontRef idx="major">
          <a:srgbClr val="F5F2EE"/>
        </a:fontRef>
        <a:srgbClr val="F5F2EE"/>
      </a:tcTxStyle>
      <a:tcStyle>
        <a:tcBdr>
          <a:left>
            <a:ln w="12700" cap="flat">
              <a:solidFill>
                <a:srgbClr val="F5F2EE"/>
              </a:solidFill>
              <a:prstDash val="solid"/>
              <a:round/>
            </a:ln>
          </a:left>
          <a:right>
            <a:ln w="12700" cap="flat">
              <a:solidFill>
                <a:srgbClr val="F5F2EE"/>
              </a:solidFill>
              <a:prstDash val="solid"/>
              <a:round/>
            </a:ln>
          </a:right>
          <a:top>
            <a:ln w="12700" cap="flat">
              <a:solidFill>
                <a:srgbClr val="F5F2EE"/>
              </a:solidFill>
              <a:prstDash val="solid"/>
              <a:round/>
            </a:ln>
          </a:top>
          <a:bottom>
            <a:ln w="12700" cap="flat">
              <a:solidFill>
                <a:srgbClr val="F5F2EE"/>
              </a:solidFill>
              <a:prstDash val="solid"/>
              <a:round/>
            </a:ln>
          </a:bottom>
          <a:insideH>
            <a:ln w="12700" cap="flat">
              <a:solidFill>
                <a:srgbClr val="F5F2EE"/>
              </a:solidFill>
              <a:prstDash val="solid"/>
              <a:round/>
            </a:ln>
          </a:insideH>
          <a:insideV>
            <a:ln w="12700" cap="flat">
              <a:solidFill>
                <a:srgbClr val="F5F2EE"/>
              </a:solidFill>
              <a:prstDash val="solid"/>
              <a:round/>
            </a:ln>
          </a:insideV>
        </a:tcBdr>
        <a:fill>
          <a:solidFill>
            <a:schemeClr val="accent1"/>
          </a:solidFill>
        </a:fill>
      </a:tcStyle>
    </a:firstCol>
    <a:lastRow>
      <a:tcTxStyle b="on" i="off">
        <a:fontRef idx="major">
          <a:srgbClr val="F5F2EE"/>
        </a:fontRef>
        <a:srgbClr val="F5F2EE"/>
      </a:tcTxStyle>
      <a:tcStyle>
        <a:tcBdr>
          <a:left>
            <a:ln w="12700" cap="flat">
              <a:solidFill>
                <a:srgbClr val="F5F2EE"/>
              </a:solidFill>
              <a:prstDash val="solid"/>
              <a:round/>
            </a:ln>
          </a:left>
          <a:right>
            <a:ln w="12700" cap="flat">
              <a:solidFill>
                <a:srgbClr val="F5F2EE"/>
              </a:solidFill>
              <a:prstDash val="solid"/>
              <a:round/>
            </a:ln>
          </a:right>
          <a:top>
            <a:ln w="38100" cap="flat">
              <a:solidFill>
                <a:srgbClr val="F5F2EE"/>
              </a:solidFill>
              <a:prstDash val="solid"/>
              <a:round/>
            </a:ln>
          </a:top>
          <a:bottom>
            <a:ln w="12700" cap="flat">
              <a:solidFill>
                <a:srgbClr val="F5F2EE"/>
              </a:solidFill>
              <a:prstDash val="solid"/>
              <a:round/>
            </a:ln>
          </a:bottom>
          <a:insideH>
            <a:ln w="12700" cap="flat">
              <a:solidFill>
                <a:srgbClr val="F5F2EE"/>
              </a:solidFill>
              <a:prstDash val="solid"/>
              <a:round/>
            </a:ln>
          </a:insideH>
          <a:insideV>
            <a:ln w="12700" cap="flat">
              <a:solidFill>
                <a:srgbClr val="F5F2EE"/>
              </a:solidFill>
              <a:prstDash val="solid"/>
              <a:round/>
            </a:ln>
          </a:insideV>
        </a:tcBdr>
        <a:fill>
          <a:solidFill>
            <a:schemeClr val="accent1"/>
          </a:solidFill>
        </a:fill>
      </a:tcStyle>
    </a:lastRow>
    <a:firstRow>
      <a:tcTxStyle b="on" i="off">
        <a:fontRef idx="major">
          <a:srgbClr val="F5F2EE"/>
        </a:fontRef>
        <a:srgbClr val="F5F2EE"/>
      </a:tcTxStyle>
      <a:tcStyle>
        <a:tcBdr>
          <a:left>
            <a:ln w="12700" cap="flat">
              <a:solidFill>
                <a:srgbClr val="F5F2EE"/>
              </a:solidFill>
              <a:prstDash val="solid"/>
              <a:round/>
            </a:ln>
          </a:left>
          <a:right>
            <a:ln w="12700" cap="flat">
              <a:solidFill>
                <a:srgbClr val="F5F2EE"/>
              </a:solidFill>
              <a:prstDash val="solid"/>
              <a:round/>
            </a:ln>
          </a:right>
          <a:top>
            <a:ln w="12700" cap="flat">
              <a:solidFill>
                <a:srgbClr val="F5F2EE"/>
              </a:solidFill>
              <a:prstDash val="solid"/>
              <a:round/>
            </a:ln>
          </a:top>
          <a:bottom>
            <a:ln w="38100" cap="flat">
              <a:solidFill>
                <a:srgbClr val="F5F2EE"/>
              </a:solidFill>
              <a:prstDash val="solid"/>
              <a:round/>
            </a:ln>
          </a:bottom>
          <a:insideH>
            <a:ln w="12700" cap="flat">
              <a:solidFill>
                <a:srgbClr val="F5F2EE"/>
              </a:solidFill>
              <a:prstDash val="solid"/>
              <a:round/>
            </a:ln>
          </a:insideH>
          <a:insideV>
            <a:ln w="12700" cap="flat">
              <a:solidFill>
                <a:srgbClr val="F5F2EE"/>
              </a:solidFill>
              <a:prstDash val="solid"/>
              <a:round/>
            </a:ln>
          </a:insideV>
        </a:tcBdr>
        <a:fill>
          <a:solidFill>
            <a:schemeClr val="accent1"/>
          </a:solidFill>
        </a:fill>
      </a:tcStyle>
    </a:firstRow>
  </a:tblStyle>
  <a:tblStyle styleId="{C7B018BB-80A7-4F77-B60F-C8B233D01FF8}" styleName="">
    <a:tblBg/>
    <a:wholeTbl>
      <a:tcTxStyle b="off" i="off">
        <a:fontRef idx="major">
          <a:srgbClr val="000000"/>
        </a:fontRef>
        <a:srgbClr val="000000"/>
      </a:tcTxStyle>
      <a:tcStyle>
        <a:tcBdr>
          <a:left>
            <a:ln w="12700" cap="flat">
              <a:solidFill>
                <a:srgbClr val="F5F2EE"/>
              </a:solidFill>
              <a:prstDash val="solid"/>
              <a:round/>
            </a:ln>
          </a:left>
          <a:right>
            <a:ln w="12700" cap="flat">
              <a:solidFill>
                <a:srgbClr val="F5F2EE"/>
              </a:solidFill>
              <a:prstDash val="solid"/>
              <a:round/>
            </a:ln>
          </a:right>
          <a:top>
            <a:ln w="12700" cap="flat">
              <a:solidFill>
                <a:srgbClr val="F5F2EE"/>
              </a:solidFill>
              <a:prstDash val="solid"/>
              <a:round/>
            </a:ln>
          </a:top>
          <a:bottom>
            <a:ln w="12700" cap="flat">
              <a:solidFill>
                <a:srgbClr val="F5F2EE"/>
              </a:solidFill>
              <a:prstDash val="solid"/>
              <a:round/>
            </a:ln>
          </a:bottom>
          <a:insideH>
            <a:ln w="12700" cap="flat">
              <a:solidFill>
                <a:srgbClr val="F5F2EE"/>
              </a:solidFill>
              <a:prstDash val="solid"/>
              <a:round/>
            </a:ln>
          </a:insideH>
          <a:insideV>
            <a:ln w="12700" cap="flat">
              <a:solidFill>
                <a:srgbClr val="F5F2EE"/>
              </a:solidFill>
              <a:prstDash val="solid"/>
              <a:round/>
            </a:ln>
          </a:insideV>
        </a:tcBdr>
        <a:fill>
          <a:solidFill>
            <a:srgbClr val="CDCCCC"/>
          </a:solidFill>
        </a:fill>
      </a:tcStyle>
    </a:wholeTbl>
    <a:band2H>
      <a:tcTxStyle b="def" i="def"/>
      <a:tcStyle>
        <a:tcBdr/>
        <a:fill>
          <a:solidFill>
            <a:srgbClr val="E8E7E7"/>
          </a:solidFill>
        </a:fill>
      </a:tcStyle>
    </a:band2H>
    <a:firstCol>
      <a:tcTxStyle b="on" i="off">
        <a:fontRef idx="major">
          <a:srgbClr val="F5F2EE"/>
        </a:fontRef>
        <a:srgbClr val="F5F2EE"/>
      </a:tcTxStyle>
      <a:tcStyle>
        <a:tcBdr>
          <a:left>
            <a:ln w="12700" cap="flat">
              <a:solidFill>
                <a:srgbClr val="F5F2EE"/>
              </a:solidFill>
              <a:prstDash val="solid"/>
              <a:round/>
            </a:ln>
          </a:left>
          <a:right>
            <a:ln w="12700" cap="flat">
              <a:solidFill>
                <a:srgbClr val="F5F2EE"/>
              </a:solidFill>
              <a:prstDash val="solid"/>
              <a:round/>
            </a:ln>
          </a:right>
          <a:top>
            <a:ln w="12700" cap="flat">
              <a:solidFill>
                <a:srgbClr val="F5F2EE"/>
              </a:solidFill>
              <a:prstDash val="solid"/>
              <a:round/>
            </a:ln>
          </a:top>
          <a:bottom>
            <a:ln w="12700" cap="flat">
              <a:solidFill>
                <a:srgbClr val="F5F2EE"/>
              </a:solidFill>
              <a:prstDash val="solid"/>
              <a:round/>
            </a:ln>
          </a:bottom>
          <a:insideH>
            <a:ln w="12700" cap="flat">
              <a:solidFill>
                <a:srgbClr val="F5F2EE"/>
              </a:solidFill>
              <a:prstDash val="solid"/>
              <a:round/>
            </a:ln>
          </a:insideH>
          <a:insideV>
            <a:ln w="12700" cap="flat">
              <a:solidFill>
                <a:srgbClr val="F5F2EE"/>
              </a:solidFill>
              <a:prstDash val="solid"/>
              <a:round/>
            </a:ln>
          </a:insideV>
        </a:tcBdr>
        <a:fill>
          <a:solidFill>
            <a:schemeClr val="accent1"/>
          </a:solidFill>
        </a:fill>
      </a:tcStyle>
    </a:firstCol>
    <a:lastRow>
      <a:tcTxStyle b="on" i="off">
        <a:fontRef idx="major">
          <a:srgbClr val="F5F2EE"/>
        </a:fontRef>
        <a:srgbClr val="F5F2EE"/>
      </a:tcTxStyle>
      <a:tcStyle>
        <a:tcBdr>
          <a:left>
            <a:ln w="12700" cap="flat">
              <a:solidFill>
                <a:srgbClr val="F5F2EE"/>
              </a:solidFill>
              <a:prstDash val="solid"/>
              <a:round/>
            </a:ln>
          </a:left>
          <a:right>
            <a:ln w="12700" cap="flat">
              <a:solidFill>
                <a:srgbClr val="F5F2EE"/>
              </a:solidFill>
              <a:prstDash val="solid"/>
              <a:round/>
            </a:ln>
          </a:right>
          <a:top>
            <a:ln w="38100" cap="flat">
              <a:solidFill>
                <a:srgbClr val="F5F2EE"/>
              </a:solidFill>
              <a:prstDash val="solid"/>
              <a:round/>
            </a:ln>
          </a:top>
          <a:bottom>
            <a:ln w="12700" cap="flat">
              <a:solidFill>
                <a:srgbClr val="F5F2EE"/>
              </a:solidFill>
              <a:prstDash val="solid"/>
              <a:round/>
            </a:ln>
          </a:bottom>
          <a:insideH>
            <a:ln w="12700" cap="flat">
              <a:solidFill>
                <a:srgbClr val="F5F2EE"/>
              </a:solidFill>
              <a:prstDash val="solid"/>
              <a:round/>
            </a:ln>
          </a:insideH>
          <a:insideV>
            <a:ln w="12700" cap="flat">
              <a:solidFill>
                <a:srgbClr val="F5F2EE"/>
              </a:solidFill>
              <a:prstDash val="solid"/>
              <a:round/>
            </a:ln>
          </a:insideV>
        </a:tcBdr>
        <a:fill>
          <a:solidFill>
            <a:schemeClr val="accent1"/>
          </a:solidFill>
        </a:fill>
      </a:tcStyle>
    </a:lastRow>
    <a:firstRow>
      <a:tcTxStyle b="on" i="off">
        <a:fontRef idx="major">
          <a:srgbClr val="F5F2EE"/>
        </a:fontRef>
        <a:srgbClr val="F5F2EE"/>
      </a:tcTxStyle>
      <a:tcStyle>
        <a:tcBdr>
          <a:left>
            <a:ln w="12700" cap="flat">
              <a:solidFill>
                <a:srgbClr val="F5F2EE"/>
              </a:solidFill>
              <a:prstDash val="solid"/>
              <a:round/>
            </a:ln>
          </a:left>
          <a:right>
            <a:ln w="12700" cap="flat">
              <a:solidFill>
                <a:srgbClr val="F5F2EE"/>
              </a:solidFill>
              <a:prstDash val="solid"/>
              <a:round/>
            </a:ln>
          </a:right>
          <a:top>
            <a:ln w="12700" cap="flat">
              <a:solidFill>
                <a:srgbClr val="F5F2EE"/>
              </a:solidFill>
              <a:prstDash val="solid"/>
              <a:round/>
            </a:ln>
          </a:top>
          <a:bottom>
            <a:ln w="38100" cap="flat">
              <a:solidFill>
                <a:srgbClr val="F5F2EE"/>
              </a:solidFill>
              <a:prstDash val="solid"/>
              <a:round/>
            </a:ln>
          </a:bottom>
          <a:insideH>
            <a:ln w="12700" cap="flat">
              <a:solidFill>
                <a:srgbClr val="F5F2EE"/>
              </a:solidFill>
              <a:prstDash val="solid"/>
              <a:round/>
            </a:ln>
          </a:insideH>
          <a:insideV>
            <a:ln w="12700" cap="flat">
              <a:solidFill>
                <a:srgbClr val="F5F2EE"/>
              </a:solidFill>
              <a:prstDash val="solid"/>
              <a:round/>
            </a:ln>
          </a:insideV>
        </a:tcBdr>
        <a:fill>
          <a:solidFill>
            <a:schemeClr val="accent1"/>
          </a:solidFill>
        </a:fill>
      </a:tcStyle>
    </a:firstRow>
  </a:tblStyle>
  <a:tblStyle styleId="{EEE7283C-3CF3-47DC-8721-378D4A62B228}" styleName="">
    <a:tblBg/>
    <a:wholeTbl>
      <a:tcTxStyle b="off" i="off">
        <a:fontRef idx="major">
          <a:srgbClr val="000000"/>
        </a:fontRef>
        <a:srgbClr val="000000"/>
      </a:tcTxStyle>
      <a:tcStyle>
        <a:tcBdr>
          <a:left>
            <a:ln w="12700" cap="flat">
              <a:solidFill>
                <a:srgbClr val="F5F2EE"/>
              </a:solidFill>
              <a:prstDash val="solid"/>
              <a:round/>
            </a:ln>
          </a:left>
          <a:right>
            <a:ln w="12700" cap="flat">
              <a:solidFill>
                <a:srgbClr val="F5F2EE"/>
              </a:solidFill>
              <a:prstDash val="solid"/>
              <a:round/>
            </a:ln>
          </a:right>
          <a:top>
            <a:ln w="12700" cap="flat">
              <a:solidFill>
                <a:srgbClr val="F5F2EE"/>
              </a:solidFill>
              <a:prstDash val="solid"/>
              <a:round/>
            </a:ln>
          </a:top>
          <a:bottom>
            <a:ln w="12700" cap="flat">
              <a:solidFill>
                <a:srgbClr val="F5F2EE"/>
              </a:solidFill>
              <a:prstDash val="solid"/>
              <a:round/>
            </a:ln>
          </a:bottom>
          <a:insideH>
            <a:ln w="12700" cap="flat">
              <a:solidFill>
                <a:srgbClr val="F5F2EE"/>
              </a:solidFill>
              <a:prstDash val="solid"/>
              <a:round/>
            </a:ln>
          </a:insideH>
          <a:insideV>
            <a:ln w="12700" cap="flat">
              <a:solidFill>
                <a:srgbClr val="F5F2EE"/>
              </a:solidFill>
              <a:prstDash val="solid"/>
              <a:round/>
            </a:ln>
          </a:insideV>
        </a:tcBdr>
        <a:fill>
          <a:solidFill>
            <a:srgbClr val="CDCCCC"/>
          </a:solidFill>
        </a:fill>
      </a:tcStyle>
    </a:wholeTbl>
    <a:band2H>
      <a:tcTxStyle b="def" i="def"/>
      <a:tcStyle>
        <a:tcBdr/>
        <a:fill>
          <a:solidFill>
            <a:srgbClr val="E8E7E7"/>
          </a:solidFill>
        </a:fill>
      </a:tcStyle>
    </a:band2H>
    <a:firstCol>
      <a:tcTxStyle b="on" i="off">
        <a:fontRef idx="major">
          <a:srgbClr val="F5F2EE"/>
        </a:fontRef>
        <a:srgbClr val="F5F2EE"/>
      </a:tcTxStyle>
      <a:tcStyle>
        <a:tcBdr>
          <a:left>
            <a:ln w="12700" cap="flat">
              <a:solidFill>
                <a:srgbClr val="F5F2EE"/>
              </a:solidFill>
              <a:prstDash val="solid"/>
              <a:round/>
            </a:ln>
          </a:left>
          <a:right>
            <a:ln w="12700" cap="flat">
              <a:solidFill>
                <a:srgbClr val="F5F2EE"/>
              </a:solidFill>
              <a:prstDash val="solid"/>
              <a:round/>
            </a:ln>
          </a:right>
          <a:top>
            <a:ln w="12700" cap="flat">
              <a:solidFill>
                <a:srgbClr val="F5F2EE"/>
              </a:solidFill>
              <a:prstDash val="solid"/>
              <a:round/>
            </a:ln>
          </a:top>
          <a:bottom>
            <a:ln w="12700" cap="flat">
              <a:solidFill>
                <a:srgbClr val="F5F2EE"/>
              </a:solidFill>
              <a:prstDash val="solid"/>
              <a:round/>
            </a:ln>
          </a:bottom>
          <a:insideH>
            <a:ln w="12700" cap="flat">
              <a:solidFill>
                <a:srgbClr val="F5F2EE"/>
              </a:solidFill>
              <a:prstDash val="solid"/>
              <a:round/>
            </a:ln>
          </a:insideH>
          <a:insideV>
            <a:ln w="12700" cap="flat">
              <a:solidFill>
                <a:srgbClr val="F5F2EE"/>
              </a:solidFill>
              <a:prstDash val="solid"/>
              <a:round/>
            </a:ln>
          </a:insideV>
        </a:tcBdr>
        <a:fill>
          <a:solidFill>
            <a:schemeClr val="accent1"/>
          </a:solidFill>
        </a:fill>
      </a:tcStyle>
    </a:firstCol>
    <a:lastRow>
      <a:tcTxStyle b="on" i="off">
        <a:fontRef idx="major">
          <a:srgbClr val="F5F2EE"/>
        </a:fontRef>
        <a:srgbClr val="F5F2EE"/>
      </a:tcTxStyle>
      <a:tcStyle>
        <a:tcBdr>
          <a:left>
            <a:ln w="12700" cap="flat">
              <a:solidFill>
                <a:srgbClr val="F5F2EE"/>
              </a:solidFill>
              <a:prstDash val="solid"/>
              <a:round/>
            </a:ln>
          </a:left>
          <a:right>
            <a:ln w="12700" cap="flat">
              <a:solidFill>
                <a:srgbClr val="F5F2EE"/>
              </a:solidFill>
              <a:prstDash val="solid"/>
              <a:round/>
            </a:ln>
          </a:right>
          <a:top>
            <a:ln w="38100" cap="flat">
              <a:solidFill>
                <a:srgbClr val="F5F2EE"/>
              </a:solidFill>
              <a:prstDash val="solid"/>
              <a:round/>
            </a:ln>
          </a:top>
          <a:bottom>
            <a:ln w="12700" cap="flat">
              <a:solidFill>
                <a:srgbClr val="F5F2EE"/>
              </a:solidFill>
              <a:prstDash val="solid"/>
              <a:round/>
            </a:ln>
          </a:bottom>
          <a:insideH>
            <a:ln w="12700" cap="flat">
              <a:solidFill>
                <a:srgbClr val="F5F2EE"/>
              </a:solidFill>
              <a:prstDash val="solid"/>
              <a:round/>
            </a:ln>
          </a:insideH>
          <a:insideV>
            <a:ln w="12700" cap="flat">
              <a:solidFill>
                <a:srgbClr val="F5F2EE"/>
              </a:solidFill>
              <a:prstDash val="solid"/>
              <a:round/>
            </a:ln>
          </a:insideV>
        </a:tcBdr>
        <a:fill>
          <a:solidFill>
            <a:schemeClr val="accent1"/>
          </a:solidFill>
        </a:fill>
      </a:tcStyle>
    </a:lastRow>
    <a:firstRow>
      <a:tcTxStyle b="on" i="off">
        <a:fontRef idx="major">
          <a:srgbClr val="F5F2EE"/>
        </a:fontRef>
        <a:srgbClr val="F5F2EE"/>
      </a:tcTxStyle>
      <a:tcStyle>
        <a:tcBdr>
          <a:left>
            <a:ln w="12700" cap="flat">
              <a:solidFill>
                <a:srgbClr val="F5F2EE"/>
              </a:solidFill>
              <a:prstDash val="solid"/>
              <a:round/>
            </a:ln>
          </a:left>
          <a:right>
            <a:ln w="12700" cap="flat">
              <a:solidFill>
                <a:srgbClr val="F5F2EE"/>
              </a:solidFill>
              <a:prstDash val="solid"/>
              <a:round/>
            </a:ln>
          </a:right>
          <a:top>
            <a:ln w="12700" cap="flat">
              <a:solidFill>
                <a:srgbClr val="F5F2EE"/>
              </a:solidFill>
              <a:prstDash val="solid"/>
              <a:round/>
            </a:ln>
          </a:top>
          <a:bottom>
            <a:ln w="38100" cap="flat">
              <a:solidFill>
                <a:srgbClr val="F5F2EE"/>
              </a:solidFill>
              <a:prstDash val="solid"/>
              <a:round/>
            </a:ln>
          </a:bottom>
          <a:insideH>
            <a:ln w="12700" cap="flat">
              <a:solidFill>
                <a:srgbClr val="F5F2EE"/>
              </a:solidFill>
              <a:prstDash val="solid"/>
              <a:round/>
            </a:ln>
          </a:insideH>
          <a:insideV>
            <a:ln w="12700" cap="flat">
              <a:solidFill>
                <a:srgbClr val="F5F2EE"/>
              </a:solidFill>
              <a:prstDash val="solid"/>
              <a:round/>
            </a:ln>
          </a:insideV>
        </a:tcBdr>
        <a:fill>
          <a:solidFill>
            <a:schemeClr val="accent1"/>
          </a:solidFill>
        </a:fill>
      </a:tcStyle>
    </a:firstRow>
  </a:tblStyle>
  <a:tblStyle styleId="{CF821DB8-F4EB-4A41-A1BA-3FCAFE7338EE}" styleName="">
    <a:tblBg/>
    <a:wholeTbl>
      <a:tcTxStyle b="off" i="off">
        <a:fontRef idx="major">
          <a:srgbClr val="000000"/>
        </a:fontRef>
        <a:srgbClr val="000000"/>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E6E6E6"/>
          </a:solidFill>
        </a:fill>
      </a:tcStyle>
    </a:wholeTbl>
    <a:band2H>
      <a:tcTxStyle b="def" i="def"/>
      <a:tcStyle>
        <a:tcBdr/>
        <a:fill>
          <a:solidFill>
            <a:srgbClr val="F5F2EE"/>
          </a:solidFill>
        </a:fill>
      </a:tcStyle>
    </a:band2H>
    <a:firstCol>
      <a:tcTxStyle b="on" i="off">
        <a:fontRef idx="major">
          <a:srgbClr val="F5F2EE"/>
        </a:fontRef>
        <a:srgbClr val="F5F2EE"/>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chemeClr val="accent1"/>
          </a:solidFill>
        </a:fill>
      </a:tcStyle>
    </a:firstCol>
    <a:lastRow>
      <a:tcTxStyle b="on" i="off">
        <a:fontRef idx="major">
          <a:srgbClr val="000000"/>
        </a:fontRef>
        <a:srgbClr val="000000"/>
      </a:tcTxStyle>
      <a:tcStyle>
        <a:tcBdr>
          <a:left>
            <a:ln w="12700" cap="flat">
              <a:noFill/>
              <a:miter lim="400000"/>
            </a:ln>
          </a:left>
          <a:right>
            <a:ln w="12700" cap="flat">
              <a:noFill/>
              <a:miter lim="400000"/>
            </a:ln>
          </a:right>
          <a:top>
            <a:ln w="508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rgbClr val="F5F2EE"/>
          </a:solidFill>
        </a:fill>
      </a:tcStyle>
    </a:lastRow>
    <a:firstRow>
      <a:tcTxStyle b="on" i="off">
        <a:fontRef idx="major">
          <a:srgbClr val="F5F2EE"/>
        </a:fontRef>
        <a:srgbClr val="F5F2EE"/>
      </a:tcTxStyle>
      <a:tcStyle>
        <a:tcBdr>
          <a:left>
            <a:ln w="12700" cap="flat">
              <a:noFill/>
              <a:miter lim="400000"/>
            </a:ln>
          </a:left>
          <a:right>
            <a:ln w="12700" cap="flat">
              <a:noFill/>
              <a:miter lim="400000"/>
            </a:ln>
          </a:right>
          <a:top>
            <a:ln w="254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chemeClr val="accent1"/>
          </a:solidFill>
        </a:fill>
      </a:tcStyle>
    </a:firstRow>
  </a:tblStyle>
  <a:tblStyle styleId="{33BA23B1-9221-436E-865A-0063620EA4FD}" styleName="">
    <a:tblBg/>
    <a:wholeTbl>
      <a:tcTxStyle b="off" i="off">
        <a:fontRef idx="major">
          <a:srgbClr val="000000"/>
        </a:fontRef>
        <a:srgbClr val="000000"/>
      </a:tcTxStyle>
      <a:tcStyle>
        <a:tcBdr>
          <a:left>
            <a:ln w="12700" cap="flat">
              <a:solidFill>
                <a:srgbClr val="F5F2EE"/>
              </a:solidFill>
              <a:prstDash val="solid"/>
              <a:round/>
            </a:ln>
          </a:left>
          <a:right>
            <a:ln w="12700" cap="flat">
              <a:solidFill>
                <a:srgbClr val="F5F2EE"/>
              </a:solidFill>
              <a:prstDash val="solid"/>
              <a:round/>
            </a:ln>
          </a:right>
          <a:top>
            <a:ln w="12700" cap="flat">
              <a:solidFill>
                <a:srgbClr val="F5F2EE"/>
              </a:solidFill>
              <a:prstDash val="solid"/>
              <a:round/>
            </a:ln>
          </a:top>
          <a:bottom>
            <a:ln w="12700" cap="flat">
              <a:solidFill>
                <a:srgbClr val="F5F2EE"/>
              </a:solidFill>
              <a:prstDash val="solid"/>
              <a:round/>
            </a:ln>
          </a:bottom>
          <a:insideH>
            <a:ln w="12700" cap="flat">
              <a:solidFill>
                <a:srgbClr val="F5F2EE"/>
              </a:solidFill>
              <a:prstDash val="solid"/>
              <a:round/>
            </a:ln>
          </a:insideH>
          <a:insideV>
            <a:ln w="12700" cap="flat">
              <a:solidFill>
                <a:srgbClr val="F5F2EE"/>
              </a:solidFill>
              <a:prstDash val="solid"/>
              <a:round/>
            </a:ln>
          </a:insideV>
        </a:tcBdr>
        <a:fill>
          <a:solidFill>
            <a:srgbClr val="CACACA"/>
          </a:solidFill>
        </a:fill>
      </a:tcStyle>
    </a:wholeTbl>
    <a:band2H>
      <a:tcTxStyle b="def" i="def"/>
      <a:tcStyle>
        <a:tcBdr/>
        <a:fill>
          <a:solidFill>
            <a:srgbClr val="E6E6E6"/>
          </a:solidFill>
        </a:fill>
      </a:tcStyle>
    </a:band2H>
    <a:firstCol>
      <a:tcTxStyle b="on" i="off">
        <a:fontRef idx="major">
          <a:srgbClr val="F5F2EE"/>
        </a:fontRef>
        <a:srgbClr val="F5F2EE"/>
      </a:tcTxStyle>
      <a:tcStyle>
        <a:tcBdr>
          <a:left>
            <a:ln w="12700" cap="flat">
              <a:solidFill>
                <a:srgbClr val="F5F2EE"/>
              </a:solidFill>
              <a:prstDash val="solid"/>
              <a:round/>
            </a:ln>
          </a:left>
          <a:right>
            <a:ln w="12700" cap="flat">
              <a:solidFill>
                <a:srgbClr val="F5F2EE"/>
              </a:solidFill>
              <a:prstDash val="solid"/>
              <a:round/>
            </a:ln>
          </a:right>
          <a:top>
            <a:ln w="12700" cap="flat">
              <a:solidFill>
                <a:srgbClr val="F5F2EE"/>
              </a:solidFill>
              <a:prstDash val="solid"/>
              <a:round/>
            </a:ln>
          </a:top>
          <a:bottom>
            <a:ln w="12700" cap="flat">
              <a:solidFill>
                <a:srgbClr val="F5F2EE"/>
              </a:solidFill>
              <a:prstDash val="solid"/>
              <a:round/>
            </a:ln>
          </a:bottom>
          <a:insideH>
            <a:ln w="12700" cap="flat">
              <a:solidFill>
                <a:srgbClr val="F5F2EE"/>
              </a:solidFill>
              <a:prstDash val="solid"/>
              <a:round/>
            </a:ln>
          </a:insideH>
          <a:insideV>
            <a:ln w="12700" cap="flat">
              <a:solidFill>
                <a:srgbClr val="F5F2EE"/>
              </a:solidFill>
              <a:prstDash val="solid"/>
              <a:round/>
            </a:ln>
          </a:insideV>
        </a:tcBdr>
        <a:fill>
          <a:solidFill>
            <a:srgbClr val="000000"/>
          </a:solidFill>
        </a:fill>
      </a:tcStyle>
    </a:firstCol>
    <a:lastRow>
      <a:tcTxStyle b="on" i="off">
        <a:fontRef idx="major">
          <a:srgbClr val="F5F2EE"/>
        </a:fontRef>
        <a:srgbClr val="F5F2EE"/>
      </a:tcTxStyle>
      <a:tcStyle>
        <a:tcBdr>
          <a:left>
            <a:ln w="12700" cap="flat">
              <a:solidFill>
                <a:srgbClr val="F5F2EE"/>
              </a:solidFill>
              <a:prstDash val="solid"/>
              <a:round/>
            </a:ln>
          </a:left>
          <a:right>
            <a:ln w="12700" cap="flat">
              <a:solidFill>
                <a:srgbClr val="F5F2EE"/>
              </a:solidFill>
              <a:prstDash val="solid"/>
              <a:round/>
            </a:ln>
          </a:right>
          <a:top>
            <a:ln w="38100" cap="flat">
              <a:solidFill>
                <a:srgbClr val="F5F2EE"/>
              </a:solidFill>
              <a:prstDash val="solid"/>
              <a:round/>
            </a:ln>
          </a:top>
          <a:bottom>
            <a:ln w="12700" cap="flat">
              <a:solidFill>
                <a:srgbClr val="F5F2EE"/>
              </a:solidFill>
              <a:prstDash val="solid"/>
              <a:round/>
            </a:ln>
          </a:bottom>
          <a:insideH>
            <a:ln w="12700" cap="flat">
              <a:solidFill>
                <a:srgbClr val="F5F2EE"/>
              </a:solidFill>
              <a:prstDash val="solid"/>
              <a:round/>
            </a:ln>
          </a:insideH>
          <a:insideV>
            <a:ln w="12700" cap="flat">
              <a:solidFill>
                <a:srgbClr val="F5F2EE"/>
              </a:solidFill>
              <a:prstDash val="solid"/>
              <a:round/>
            </a:ln>
          </a:insideV>
        </a:tcBdr>
        <a:fill>
          <a:solidFill>
            <a:srgbClr val="000000"/>
          </a:solidFill>
        </a:fill>
      </a:tcStyle>
    </a:lastRow>
    <a:firstRow>
      <a:tcTxStyle b="on" i="off">
        <a:fontRef idx="major">
          <a:srgbClr val="F5F2EE"/>
        </a:fontRef>
        <a:srgbClr val="F5F2EE"/>
      </a:tcTxStyle>
      <a:tcStyle>
        <a:tcBdr>
          <a:left>
            <a:ln w="12700" cap="flat">
              <a:solidFill>
                <a:srgbClr val="F5F2EE"/>
              </a:solidFill>
              <a:prstDash val="solid"/>
              <a:round/>
            </a:ln>
          </a:left>
          <a:right>
            <a:ln w="12700" cap="flat">
              <a:solidFill>
                <a:srgbClr val="F5F2EE"/>
              </a:solidFill>
              <a:prstDash val="solid"/>
              <a:round/>
            </a:ln>
          </a:right>
          <a:top>
            <a:ln w="12700" cap="flat">
              <a:solidFill>
                <a:srgbClr val="F5F2EE"/>
              </a:solidFill>
              <a:prstDash val="solid"/>
              <a:round/>
            </a:ln>
          </a:top>
          <a:bottom>
            <a:ln w="38100" cap="flat">
              <a:solidFill>
                <a:srgbClr val="F5F2EE"/>
              </a:solidFill>
              <a:prstDash val="solid"/>
              <a:round/>
            </a:ln>
          </a:bottom>
          <a:insideH>
            <a:ln w="12700" cap="flat">
              <a:solidFill>
                <a:srgbClr val="F5F2EE"/>
              </a:solidFill>
              <a:prstDash val="solid"/>
              <a:round/>
            </a:ln>
          </a:insideH>
          <a:insideV>
            <a:ln w="12700" cap="flat">
              <a:solidFill>
                <a:srgbClr val="F5F2EE"/>
              </a:solidFill>
              <a:prstDash val="solid"/>
              <a:round/>
            </a:ln>
          </a:insideV>
        </a:tcBdr>
        <a:fill>
          <a:solidFill>
            <a:srgbClr val="000000"/>
          </a:solidFill>
        </a:fill>
      </a:tcStyle>
    </a:firstRow>
  </a:tblStyle>
  <a:tblStyle styleId="{2708684C-4D16-4618-839F-0558EEFCDFE6}" styleName="">
    <a:tblBg/>
    <a:wholeTbl>
      <a:tcTxStyle b="off" i="off">
        <a:fontRef idx="maj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solidFill>
            <a:srgbClr val="000000">
              <a:alpha val="20000"/>
            </a:srgbClr>
          </a:solidFill>
        </a:fill>
      </a:tcStyle>
    </a:wholeTbl>
    <a:band2H>
      <a:tcTxStyle b="def" i="def"/>
      <a:tcStyle>
        <a:tcBdr/>
        <a:fill>
          <a:solidFill>
            <a:srgbClr val="FFFFFF"/>
          </a:solidFill>
        </a:fill>
      </a:tcStyle>
    </a:band2H>
    <a:firstCol>
      <a:tcTxStyle b="on" i="off">
        <a:fontRef idx="maj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solidFill>
            <a:srgbClr val="000000">
              <a:alpha val="20000"/>
            </a:srgbClr>
          </a:solidFill>
        </a:fill>
      </a:tcStyle>
    </a:firstCol>
    <a:lastRow>
      <a:tcTxStyle b="on" i="off">
        <a:fontRef idx="maj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508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noFill/>
        </a:fill>
      </a:tcStyle>
    </a:lastRow>
    <a:firstRow>
      <a:tcTxStyle b="on" i="off">
        <a:fontRef idx="maj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254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Comments="1"/>
</file>

<file path=ppt/_rels/presentation.xml.rels><?xml version="1.0" encoding="UTF-8"?>
<Relationships xmlns="http://schemas.openxmlformats.org/package/2006/relationships"><Relationship Id="rId1" Type="http://schemas.openxmlformats.org/officeDocument/2006/relationships/presProps" Target="presProps.xml"/><Relationship Id="rId2" Type="http://schemas.openxmlformats.org/officeDocument/2006/relationships/viewProps" Target="viewProps.xml"/><Relationship Id="rId3" Type="http://schemas.openxmlformats.org/officeDocument/2006/relationships/commentAuthors" Target="commentAuthors.xml"/><Relationship Id="rId4" Type="http://schemas.openxmlformats.org/officeDocument/2006/relationships/tableStyles" Target="tableStyles.xml"/><Relationship Id="rId5" Type="http://schemas.openxmlformats.org/officeDocument/2006/relationships/slideMaster" Target="slideMasters/slideMaster1.xml"/><Relationship Id="rId6" Type="http://schemas.openxmlformats.org/officeDocument/2006/relationships/theme" Target="theme/theme1.xml"/><Relationship Id="rId7" Type="http://schemas.openxmlformats.org/officeDocument/2006/relationships/notesMaster" Target="notesMasters/notesMaster1.xml"/><Relationship Id="rId8" Type="http://schemas.openxmlformats.org/officeDocument/2006/relationships/slide" Target="slides/slide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s>

</file>

<file path=ppt/notesMasters/_rels/notesMaster1.xml.rels><?xml version="1.0" encoding="UTF-8"?>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cSld>
    <p:spTree>
      <p:nvGrpSpPr>
        <p:cNvPr id="1" name=""/>
        <p:cNvGrpSpPr/>
        <p:nvPr/>
      </p:nvGrpSpPr>
      <p:grpSpPr>
        <a:xfrm>
          <a:off x="0" y="0"/>
          <a:ext cx="0" cy="0"/>
          <a:chOff x="0" y="0"/>
          <a:chExt cx="0" cy="0"/>
        </a:xfrm>
      </p:grpSpPr>
      <p:sp>
        <p:nvSpPr>
          <p:cNvPr id="228" name="Shape 228"/>
          <p:cNvSpPr/>
          <p:nvPr>
            <p:ph type="sldImg"/>
          </p:nvPr>
        </p:nvSpPr>
        <p:spPr>
          <a:xfrm>
            <a:off x="1143000" y="685800"/>
            <a:ext cx="4572000" cy="3429000"/>
          </a:xfrm>
          <a:prstGeom prst="rect">
            <a:avLst/>
          </a:prstGeom>
        </p:spPr>
        <p:txBody>
          <a:bodyPr/>
          <a:lstStyle/>
          <a:p>
            <a:pPr/>
          </a:p>
        </p:txBody>
      </p:sp>
      <p:sp>
        <p:nvSpPr>
          <p:cNvPr id="229" name="Shape 229"/>
          <p:cNvSpPr/>
          <p:nvPr>
            <p:ph type="body" sz="quarter" idx="1"/>
          </p:nvPr>
        </p:nvSpPr>
        <p:spPr>
          <a:xfrm>
            <a:off x="914400" y="4343400"/>
            <a:ext cx="5029200" cy="4114800"/>
          </a:xfrm>
          <a:prstGeom prst="rect">
            <a:avLst/>
          </a:prstGeom>
        </p:spPr>
        <p:txBody>
          <a:bodyPr/>
          <a:lstStyle/>
          <a:p>
            <a:pPr/>
          </a:p>
        </p:txBody>
      </p:sp>
    </p:spTree>
  </p:cSld>
  <p:clrMap bg1="lt1" tx1="dk1" bg2="lt2" tx2="dk2" accent1="accent1" accent2="accent2" accent3="accent3" accent4="accent4" accent5="accent5" accent6="accent6" hlink="hlink" folHlink="folHlink"/>
  <p:notesStyle>
    <a:lvl1pPr latinLnBrk="0">
      <a:defRPr sz="1400">
        <a:latin typeface="+mj-lt"/>
        <a:ea typeface="+mj-ea"/>
        <a:cs typeface="+mj-cs"/>
        <a:sym typeface="Arial"/>
      </a:defRPr>
    </a:lvl1pPr>
    <a:lvl2pPr indent="228600" latinLnBrk="0">
      <a:defRPr sz="1400">
        <a:latin typeface="+mj-lt"/>
        <a:ea typeface="+mj-ea"/>
        <a:cs typeface="+mj-cs"/>
        <a:sym typeface="Arial"/>
      </a:defRPr>
    </a:lvl2pPr>
    <a:lvl3pPr indent="457200" latinLnBrk="0">
      <a:defRPr sz="1400">
        <a:latin typeface="+mj-lt"/>
        <a:ea typeface="+mj-ea"/>
        <a:cs typeface="+mj-cs"/>
        <a:sym typeface="Arial"/>
      </a:defRPr>
    </a:lvl3pPr>
    <a:lvl4pPr indent="685800" latinLnBrk="0">
      <a:defRPr sz="1400">
        <a:latin typeface="+mj-lt"/>
        <a:ea typeface="+mj-ea"/>
        <a:cs typeface="+mj-cs"/>
        <a:sym typeface="Arial"/>
      </a:defRPr>
    </a:lvl4pPr>
    <a:lvl5pPr indent="914400" latinLnBrk="0">
      <a:defRPr sz="1400">
        <a:latin typeface="+mj-lt"/>
        <a:ea typeface="+mj-ea"/>
        <a:cs typeface="+mj-cs"/>
        <a:sym typeface="Arial"/>
      </a:defRPr>
    </a:lvl5pPr>
    <a:lvl6pPr indent="1143000" latinLnBrk="0">
      <a:defRPr sz="1400">
        <a:latin typeface="+mj-lt"/>
        <a:ea typeface="+mj-ea"/>
        <a:cs typeface="+mj-cs"/>
        <a:sym typeface="Arial"/>
      </a:defRPr>
    </a:lvl6pPr>
    <a:lvl7pPr indent="1371600" latinLnBrk="0">
      <a:defRPr sz="1400">
        <a:latin typeface="+mj-lt"/>
        <a:ea typeface="+mj-ea"/>
        <a:cs typeface="+mj-cs"/>
        <a:sym typeface="Arial"/>
      </a:defRPr>
    </a:lvl7pPr>
    <a:lvl8pPr indent="1600200" latinLnBrk="0">
      <a:defRPr sz="1400">
        <a:latin typeface="+mj-lt"/>
        <a:ea typeface="+mj-ea"/>
        <a:cs typeface="+mj-cs"/>
        <a:sym typeface="Arial"/>
      </a:defRPr>
    </a:lvl8pPr>
    <a:lvl9pPr indent="1828800" latinLnBrk="0">
      <a:defRPr sz="1400">
        <a:latin typeface="+mj-lt"/>
        <a:ea typeface="+mj-ea"/>
        <a:cs typeface="+mj-cs"/>
        <a:sym typeface="Arial"/>
      </a:defRPr>
    </a:lvl9pPr>
  </p:notesStyle>
</p:notesMaster>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itle" showMasterSp="0" showMasterPhAnim="1">
  <p:cSld name="TITLE">
    <p:spTree>
      <p:nvGrpSpPr>
        <p:cNvPr id="1" name=""/>
        <p:cNvGrpSpPr/>
        <p:nvPr/>
      </p:nvGrpSpPr>
      <p:grpSpPr>
        <a:xfrm>
          <a:off x="0" y="0"/>
          <a:ext cx="0" cy="0"/>
          <a:chOff x="0" y="0"/>
          <a:chExt cx="0" cy="0"/>
        </a:xfrm>
      </p:grpSpPr>
      <p:sp>
        <p:nvSpPr>
          <p:cNvPr id="13" name="Title Text"/>
          <p:cNvSpPr txBox="1"/>
          <p:nvPr>
            <p:ph type="title"/>
          </p:nvPr>
        </p:nvSpPr>
        <p:spPr>
          <a:xfrm>
            <a:off x="1039974" y="1324499"/>
            <a:ext cx="7064101" cy="2052601"/>
          </a:xfrm>
          <a:prstGeom prst="rect">
            <a:avLst/>
          </a:prstGeom>
        </p:spPr>
        <p:txBody>
          <a:bodyPr anchor="b"/>
          <a:lstStyle>
            <a:lvl1pPr algn="ctr">
              <a:defRPr sz="6500"/>
            </a:lvl1pPr>
          </a:lstStyle>
          <a:p>
            <a:pPr/>
            <a:r>
              <a:t>Title Text</a:t>
            </a:r>
          </a:p>
        </p:txBody>
      </p:sp>
      <p:sp>
        <p:nvSpPr>
          <p:cNvPr id="14" name="Body Level One…"/>
          <p:cNvSpPr txBox="1"/>
          <p:nvPr>
            <p:ph type="body" sz="quarter" idx="1"/>
          </p:nvPr>
        </p:nvSpPr>
        <p:spPr>
          <a:xfrm>
            <a:off x="1039999" y="3377100"/>
            <a:ext cx="7064101" cy="441901"/>
          </a:xfrm>
          <a:prstGeom prst="rect">
            <a:avLst/>
          </a:prstGeom>
        </p:spPr>
        <p:txBody>
          <a:bodyPr anchor="b">
            <a:normAutofit fontScale="100000" lnSpcReduction="0"/>
          </a:bodyPr>
          <a:lstStyle>
            <a:lvl1pPr marL="342900" indent="-228600" algn="ctr">
              <a:lnSpc>
                <a:spcPct val="100000"/>
              </a:lnSpc>
              <a:buClrTx/>
              <a:buSzTx/>
              <a:buFontTx/>
              <a:buNone/>
              <a:defRPr sz="1600"/>
            </a:lvl1pPr>
            <a:lvl2pPr marL="342900" indent="254000" algn="ctr">
              <a:lnSpc>
                <a:spcPct val="100000"/>
              </a:lnSpc>
              <a:buClrTx/>
              <a:buSzTx/>
              <a:buFontTx/>
              <a:buNone/>
              <a:defRPr sz="1600"/>
            </a:lvl2pPr>
            <a:lvl3pPr marL="342900" indent="711200" algn="ctr">
              <a:lnSpc>
                <a:spcPct val="100000"/>
              </a:lnSpc>
              <a:buClrTx/>
              <a:buSzTx/>
              <a:buFontTx/>
              <a:buNone/>
              <a:defRPr sz="1600"/>
            </a:lvl3pPr>
            <a:lvl4pPr marL="342900" indent="1168400" algn="ctr">
              <a:lnSpc>
                <a:spcPct val="100000"/>
              </a:lnSpc>
              <a:buClrTx/>
              <a:buSzTx/>
              <a:buFontTx/>
              <a:buNone/>
              <a:defRPr sz="1600"/>
            </a:lvl4pPr>
            <a:lvl5pPr marL="342900" indent="1625600" algn="ctr">
              <a:lnSpc>
                <a:spcPct val="100000"/>
              </a:lnSpc>
              <a:buClrTx/>
              <a:buSzTx/>
              <a:buFontTx/>
              <a:buNone/>
              <a:defRPr sz="1600"/>
            </a:lvl5pPr>
          </a:lstStyle>
          <a:p>
            <a:pPr/>
            <a:r>
              <a:t>Body Level One</a:t>
            </a:r>
          </a:p>
          <a:p>
            <a:pPr lvl="1"/>
            <a:r>
              <a:t>Body Level Two</a:t>
            </a:r>
          </a:p>
          <a:p>
            <a:pPr lvl="2"/>
            <a:r>
              <a:t>Body Level Three</a:t>
            </a:r>
          </a:p>
          <a:p>
            <a:pPr lvl="3"/>
            <a:r>
              <a:t>Body Level Four</a:t>
            </a:r>
          </a:p>
          <a:p>
            <a:pPr lvl="4"/>
            <a:r>
              <a:t>Body Level Five</a:t>
            </a:r>
          </a:p>
        </p:txBody>
      </p:sp>
      <p:sp>
        <p:nvSpPr>
          <p:cNvPr id="15" name="Google Shape;11;p2"/>
          <p:cNvSpPr/>
          <p:nvPr/>
        </p:nvSpPr>
        <p:spPr>
          <a:xfrm>
            <a:off x="-72550" y="274100"/>
            <a:ext cx="9287401" cy="1"/>
          </a:xfrm>
          <a:prstGeom prst="line">
            <a:avLst/>
          </a:prstGeom>
          <a:ln w="28575">
            <a:solidFill>
              <a:schemeClr val="accent1"/>
            </a:solidFill>
          </a:ln>
        </p:spPr>
        <p:txBody>
          <a:bodyPr lIns="45719" rIns="45719"/>
          <a:lstStyle/>
          <a:p>
            <a:pPr/>
          </a:p>
        </p:txBody>
      </p:sp>
      <p:sp>
        <p:nvSpPr>
          <p:cNvPr id="16" name="Google Shape;12;p2"/>
          <p:cNvSpPr/>
          <p:nvPr/>
        </p:nvSpPr>
        <p:spPr>
          <a:xfrm flipH="1">
            <a:off x="-257975" y="-72550"/>
            <a:ext cx="3047401" cy="1346401"/>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0"/>
                </a:moveTo>
                <a:cubicBezTo>
                  <a:pt x="5400" y="0"/>
                  <a:pt x="10800" y="5400"/>
                  <a:pt x="10800" y="10800"/>
                </a:cubicBezTo>
                <a:cubicBezTo>
                  <a:pt x="10800" y="16200"/>
                  <a:pt x="16200" y="21600"/>
                  <a:pt x="21600" y="21600"/>
                </a:cubicBezTo>
              </a:path>
            </a:pathLst>
          </a:custGeom>
          <a:ln w="28575">
            <a:solidFill>
              <a:schemeClr val="accent1"/>
            </a:solidFill>
          </a:ln>
        </p:spPr>
        <p:txBody>
          <a:bodyPr lIns="45719" rIns="45719" anchor="ctr"/>
          <a:lstStyle/>
          <a:p>
            <a:pPr/>
          </a:p>
        </p:txBody>
      </p:sp>
      <p:sp>
        <p:nvSpPr>
          <p:cNvPr id="17" name="Google Shape;13;p2"/>
          <p:cNvSpPr/>
          <p:nvPr/>
        </p:nvSpPr>
        <p:spPr>
          <a:xfrm>
            <a:off x="-72550" y="4877449"/>
            <a:ext cx="9287401" cy="1"/>
          </a:xfrm>
          <a:prstGeom prst="line">
            <a:avLst/>
          </a:prstGeom>
          <a:ln w="28575">
            <a:solidFill>
              <a:schemeClr val="accent1"/>
            </a:solidFill>
          </a:ln>
        </p:spPr>
        <p:txBody>
          <a:bodyPr lIns="45719" rIns="45719"/>
          <a:lstStyle/>
          <a:p>
            <a:pPr/>
          </a:p>
        </p:txBody>
      </p:sp>
      <p:sp>
        <p:nvSpPr>
          <p:cNvPr id="18" name="Google Shape;14;p2"/>
          <p:cNvSpPr/>
          <p:nvPr/>
        </p:nvSpPr>
        <p:spPr>
          <a:xfrm flipH="1">
            <a:off x="6467449" y="3935374"/>
            <a:ext cx="3047401" cy="1346401"/>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0"/>
                </a:moveTo>
                <a:cubicBezTo>
                  <a:pt x="5400" y="0"/>
                  <a:pt x="10800" y="5400"/>
                  <a:pt x="10800" y="10800"/>
                </a:cubicBezTo>
                <a:cubicBezTo>
                  <a:pt x="10800" y="16200"/>
                  <a:pt x="16200" y="21600"/>
                  <a:pt x="21600" y="21600"/>
                </a:cubicBezTo>
              </a:path>
            </a:pathLst>
          </a:custGeom>
          <a:ln w="28575">
            <a:solidFill>
              <a:schemeClr val="accent1"/>
            </a:solidFill>
          </a:ln>
        </p:spPr>
        <p:txBody>
          <a:bodyPr lIns="45719" rIns="45719" anchor="ctr"/>
          <a:lstStyle/>
          <a:p>
            <a:pPr/>
          </a:p>
        </p:txBody>
      </p:sp>
      <p:sp>
        <p:nvSpPr>
          <p:cNvPr id="19"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2.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SECTION_HEADER">
    <p:spTree>
      <p:nvGrpSpPr>
        <p:cNvPr id="1" name=""/>
        <p:cNvGrpSpPr/>
        <p:nvPr/>
      </p:nvGrpSpPr>
      <p:grpSpPr>
        <a:xfrm>
          <a:off x="0" y="0"/>
          <a:ext cx="0" cy="0"/>
          <a:chOff x="0" y="0"/>
          <a:chExt cx="0" cy="0"/>
        </a:xfrm>
      </p:grpSpPr>
      <p:sp>
        <p:nvSpPr>
          <p:cNvPr id="26" name="Title Text"/>
          <p:cNvSpPr txBox="1"/>
          <p:nvPr>
            <p:ph type="title"/>
          </p:nvPr>
        </p:nvSpPr>
        <p:spPr>
          <a:xfrm>
            <a:off x="2714550" y="2366272"/>
            <a:ext cx="3714900" cy="818401"/>
          </a:xfrm>
          <a:prstGeom prst="rect">
            <a:avLst/>
          </a:prstGeom>
        </p:spPr>
        <p:txBody>
          <a:bodyPr/>
          <a:lstStyle>
            <a:lvl1pPr>
              <a:defRPr sz="5000"/>
            </a:lvl1pPr>
          </a:lstStyle>
          <a:p>
            <a:pPr/>
            <a:r>
              <a:t>Title Text</a:t>
            </a:r>
          </a:p>
        </p:txBody>
      </p:sp>
      <p:sp>
        <p:nvSpPr>
          <p:cNvPr id="27" name="Body Level One…"/>
          <p:cNvSpPr txBox="1"/>
          <p:nvPr>
            <p:ph type="body" sz="quarter" idx="1"/>
          </p:nvPr>
        </p:nvSpPr>
        <p:spPr>
          <a:xfrm>
            <a:off x="2291400" y="3076674"/>
            <a:ext cx="4561200" cy="393001"/>
          </a:xfrm>
          <a:prstGeom prst="rect">
            <a:avLst/>
          </a:prstGeom>
        </p:spPr>
        <p:txBody>
          <a:bodyPr>
            <a:normAutofit fontScale="100000" lnSpcReduction="0"/>
          </a:bodyPr>
          <a:lstStyle>
            <a:lvl1pPr marL="342900" indent="-228600">
              <a:lnSpc>
                <a:spcPct val="100000"/>
              </a:lnSpc>
              <a:buClrTx/>
              <a:buSzTx/>
              <a:buFontTx/>
              <a:buNone/>
              <a:defRPr sz="1400"/>
            </a:lvl1pPr>
            <a:lvl2pPr marL="342900" indent="254000">
              <a:lnSpc>
                <a:spcPct val="100000"/>
              </a:lnSpc>
              <a:buClrTx/>
              <a:buSzTx/>
              <a:buFontTx/>
              <a:buNone/>
              <a:defRPr sz="1400"/>
            </a:lvl2pPr>
            <a:lvl3pPr marL="342900" indent="711200">
              <a:lnSpc>
                <a:spcPct val="100000"/>
              </a:lnSpc>
              <a:buClrTx/>
              <a:buSzTx/>
              <a:buFontTx/>
              <a:buNone/>
              <a:defRPr sz="1400"/>
            </a:lvl3pPr>
            <a:lvl4pPr marL="342900" indent="1168400">
              <a:lnSpc>
                <a:spcPct val="100000"/>
              </a:lnSpc>
              <a:buClrTx/>
              <a:buSzTx/>
              <a:buFontTx/>
              <a:buNone/>
              <a:defRPr sz="1400"/>
            </a:lvl4pPr>
            <a:lvl5pPr marL="342900" indent="1625600">
              <a:lnSpc>
                <a:spcPct val="100000"/>
              </a:lnSpc>
              <a:buClrTx/>
              <a:buSzTx/>
              <a:buFontTx/>
              <a:buNone/>
              <a:defRPr sz="1400"/>
            </a:lvl5pPr>
          </a:lstStyle>
          <a:p>
            <a:pPr/>
            <a:r>
              <a:t>Body Level One</a:t>
            </a:r>
          </a:p>
          <a:p>
            <a:pPr lvl="1"/>
            <a:r>
              <a:t>Body Level Two</a:t>
            </a:r>
          </a:p>
          <a:p>
            <a:pPr lvl="2"/>
            <a:r>
              <a:t>Body Level Three</a:t>
            </a:r>
          </a:p>
          <a:p>
            <a:pPr lvl="3"/>
            <a:r>
              <a:t>Body Level Four</a:t>
            </a:r>
          </a:p>
          <a:p>
            <a:pPr lvl="4"/>
            <a:r>
              <a:t>Body Level Five</a:t>
            </a:r>
          </a:p>
        </p:txBody>
      </p:sp>
      <p:sp>
        <p:nvSpPr>
          <p:cNvPr id="28" name="Google Shape;21;p3"/>
          <p:cNvSpPr/>
          <p:nvPr/>
        </p:nvSpPr>
        <p:spPr>
          <a:xfrm flipH="1">
            <a:off x="7948924" y="3979774"/>
            <a:ext cx="1378501" cy="1236301"/>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0"/>
                </a:moveTo>
                <a:cubicBezTo>
                  <a:pt x="5400" y="0"/>
                  <a:pt x="10800" y="5400"/>
                  <a:pt x="10800" y="10800"/>
                </a:cubicBezTo>
                <a:cubicBezTo>
                  <a:pt x="10800" y="16200"/>
                  <a:pt x="16200" y="21600"/>
                  <a:pt x="21600" y="21600"/>
                </a:cubicBezTo>
              </a:path>
            </a:pathLst>
          </a:custGeom>
          <a:ln w="28575">
            <a:solidFill>
              <a:schemeClr val="accent1"/>
            </a:solidFill>
          </a:ln>
        </p:spPr>
        <p:txBody>
          <a:bodyPr lIns="45719" rIns="45719" anchor="ctr"/>
          <a:lstStyle/>
          <a:p>
            <a:pPr/>
          </a:p>
        </p:txBody>
      </p:sp>
      <p:sp>
        <p:nvSpPr>
          <p:cNvPr id="29" name="Google Shape;22;p3"/>
          <p:cNvSpPr/>
          <p:nvPr/>
        </p:nvSpPr>
        <p:spPr>
          <a:xfrm flipH="1">
            <a:off x="-112875" y="-88700"/>
            <a:ext cx="1418701" cy="1064400"/>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0"/>
                </a:moveTo>
                <a:cubicBezTo>
                  <a:pt x="5400" y="0"/>
                  <a:pt x="10800" y="5400"/>
                  <a:pt x="10800" y="10800"/>
                </a:cubicBezTo>
                <a:cubicBezTo>
                  <a:pt x="10800" y="16200"/>
                  <a:pt x="16200" y="21600"/>
                  <a:pt x="21600" y="21600"/>
                </a:cubicBezTo>
              </a:path>
            </a:pathLst>
          </a:custGeom>
          <a:ln w="28575">
            <a:solidFill>
              <a:schemeClr val="accent1"/>
            </a:solidFill>
          </a:ln>
        </p:spPr>
        <p:txBody>
          <a:bodyPr lIns="45719" rIns="45719" anchor="ctr"/>
          <a:lstStyle/>
          <a:p>
            <a:pPr/>
          </a:p>
        </p:txBody>
      </p:sp>
      <p:sp>
        <p:nvSpPr>
          <p:cNvPr id="30"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3.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_ONLY">
    <p:spTree>
      <p:nvGrpSpPr>
        <p:cNvPr id="1" name=""/>
        <p:cNvGrpSpPr/>
        <p:nvPr/>
      </p:nvGrpSpPr>
      <p:grpSpPr>
        <a:xfrm>
          <a:off x="0" y="0"/>
          <a:ext cx="0" cy="0"/>
          <a:chOff x="0" y="0"/>
          <a:chExt cx="0" cy="0"/>
        </a:xfrm>
      </p:grpSpPr>
      <p:sp>
        <p:nvSpPr>
          <p:cNvPr id="37" name="Title Text"/>
          <p:cNvSpPr txBox="1"/>
          <p:nvPr>
            <p:ph type="title"/>
          </p:nvPr>
        </p:nvSpPr>
        <p:spPr>
          <a:prstGeom prst="rect">
            <a:avLst/>
          </a:prstGeom>
        </p:spPr>
        <p:txBody>
          <a:bodyPr/>
          <a:lstStyle/>
          <a:p>
            <a:pPr/>
            <a:r>
              <a:t>Title Text</a:t>
            </a:r>
          </a:p>
        </p:txBody>
      </p:sp>
      <p:sp>
        <p:nvSpPr>
          <p:cNvPr id="38"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4.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0" showMasterPhAnim="1">
  <p:cSld name="BLANK">
    <p:bg>
      <p:bgPr>
        <a:solidFill>
          <a:srgbClr val="000000"/>
        </a:solidFill>
      </p:bgPr>
    </p:bg>
    <p:spTree>
      <p:nvGrpSpPr>
        <p:cNvPr id="1" name=""/>
        <p:cNvGrpSpPr/>
        <p:nvPr/>
      </p:nvGrpSpPr>
      <p:grpSpPr>
        <a:xfrm>
          <a:off x="0" y="0"/>
          <a:ext cx="0" cy="0"/>
          <a:chOff x="0" y="0"/>
          <a:chExt cx="0" cy="0"/>
        </a:xfrm>
      </p:grpSpPr>
      <p:sp>
        <p:nvSpPr>
          <p:cNvPr id="45"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5.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CUSTOM">
    <p:spTree>
      <p:nvGrpSpPr>
        <p:cNvPr id="1" name=""/>
        <p:cNvGrpSpPr/>
        <p:nvPr/>
      </p:nvGrpSpPr>
      <p:grpSpPr>
        <a:xfrm>
          <a:off x="0" y="0"/>
          <a:ext cx="0" cy="0"/>
          <a:chOff x="0" y="0"/>
          <a:chExt cx="0" cy="0"/>
        </a:xfrm>
      </p:grpSpPr>
      <p:sp>
        <p:nvSpPr>
          <p:cNvPr id="52" name="Title Text"/>
          <p:cNvSpPr txBox="1"/>
          <p:nvPr>
            <p:ph type="title"/>
          </p:nvPr>
        </p:nvSpPr>
        <p:spPr>
          <a:xfrm>
            <a:off x="713225" y="445025"/>
            <a:ext cx="3583800" cy="572701"/>
          </a:xfrm>
          <a:prstGeom prst="rect">
            <a:avLst/>
          </a:prstGeom>
        </p:spPr>
        <p:txBody>
          <a:bodyPr/>
          <a:lstStyle/>
          <a:p>
            <a:pPr/>
            <a:r>
              <a:t>Title Text</a:t>
            </a:r>
          </a:p>
        </p:txBody>
      </p:sp>
      <p:sp>
        <p:nvSpPr>
          <p:cNvPr id="53" name="Body Level One…"/>
          <p:cNvSpPr txBox="1"/>
          <p:nvPr>
            <p:ph type="body" sz="quarter" idx="1"/>
          </p:nvPr>
        </p:nvSpPr>
        <p:spPr>
          <a:xfrm>
            <a:off x="5001000" y="1942925"/>
            <a:ext cx="2486101" cy="357001"/>
          </a:xfrm>
          <a:prstGeom prst="rect">
            <a:avLst/>
          </a:prstGeom>
        </p:spPr>
        <p:txBody>
          <a:bodyPr anchor="ctr">
            <a:normAutofit fontScale="100000" lnSpcReduction="0"/>
          </a:bodyPr>
          <a:lstStyle>
            <a:lvl1pPr marL="342900" indent="-228600" algn="ctr">
              <a:lnSpc>
                <a:spcPct val="100000"/>
              </a:lnSpc>
              <a:buClrTx/>
              <a:buSzTx/>
              <a:buFontTx/>
              <a:buNone/>
              <a:defRPr sz="2400">
                <a:latin typeface="Vidaloka"/>
                <a:ea typeface="Vidaloka"/>
                <a:cs typeface="Vidaloka"/>
                <a:sym typeface="Vidaloka"/>
              </a:defRPr>
            </a:lvl1pPr>
            <a:lvl2pPr marL="342900" indent="254000" algn="ctr">
              <a:lnSpc>
                <a:spcPct val="100000"/>
              </a:lnSpc>
              <a:buClrTx/>
              <a:buSzTx/>
              <a:buFontTx/>
              <a:buNone/>
              <a:defRPr sz="2400">
                <a:latin typeface="Vidaloka"/>
                <a:ea typeface="Vidaloka"/>
                <a:cs typeface="Vidaloka"/>
                <a:sym typeface="Vidaloka"/>
              </a:defRPr>
            </a:lvl2pPr>
            <a:lvl3pPr marL="342900" indent="711200" algn="ctr">
              <a:lnSpc>
                <a:spcPct val="100000"/>
              </a:lnSpc>
              <a:buClrTx/>
              <a:buSzTx/>
              <a:buFontTx/>
              <a:buNone/>
              <a:defRPr sz="2400">
                <a:latin typeface="Vidaloka"/>
                <a:ea typeface="Vidaloka"/>
                <a:cs typeface="Vidaloka"/>
                <a:sym typeface="Vidaloka"/>
              </a:defRPr>
            </a:lvl3pPr>
            <a:lvl4pPr marL="342900" indent="1168400" algn="ctr">
              <a:lnSpc>
                <a:spcPct val="100000"/>
              </a:lnSpc>
              <a:buClrTx/>
              <a:buSzTx/>
              <a:buFontTx/>
              <a:buNone/>
              <a:defRPr sz="2400">
                <a:latin typeface="Vidaloka"/>
                <a:ea typeface="Vidaloka"/>
                <a:cs typeface="Vidaloka"/>
                <a:sym typeface="Vidaloka"/>
              </a:defRPr>
            </a:lvl4pPr>
            <a:lvl5pPr marL="342900" indent="1625600" algn="ctr">
              <a:lnSpc>
                <a:spcPct val="100000"/>
              </a:lnSpc>
              <a:buClrTx/>
              <a:buSzTx/>
              <a:buFontTx/>
              <a:buNone/>
              <a:defRPr sz="2400">
                <a:latin typeface="Vidaloka"/>
                <a:ea typeface="Vidaloka"/>
                <a:cs typeface="Vidaloka"/>
                <a:sym typeface="Vidaloka"/>
              </a:defRPr>
            </a:lvl5pPr>
          </a:lstStyle>
          <a:p>
            <a:pPr/>
            <a:r>
              <a:t>Body Level One</a:t>
            </a:r>
          </a:p>
          <a:p>
            <a:pPr lvl="1"/>
            <a:r>
              <a:t>Body Level Two</a:t>
            </a:r>
          </a:p>
          <a:p>
            <a:pPr lvl="2"/>
            <a:r>
              <a:t>Body Level Three</a:t>
            </a:r>
          </a:p>
          <a:p>
            <a:pPr lvl="3"/>
            <a:r>
              <a:t>Body Level Four</a:t>
            </a:r>
          </a:p>
          <a:p>
            <a:pPr lvl="4"/>
            <a:r>
              <a:t>Body Level Five</a:t>
            </a:r>
          </a:p>
        </p:txBody>
      </p:sp>
      <p:sp>
        <p:nvSpPr>
          <p:cNvPr id="54"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6.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CUSTOM_11">
    <p:spTree>
      <p:nvGrpSpPr>
        <p:cNvPr id="1" name=""/>
        <p:cNvGrpSpPr/>
        <p:nvPr/>
      </p:nvGrpSpPr>
      <p:grpSpPr>
        <a:xfrm>
          <a:off x="0" y="0"/>
          <a:ext cx="0" cy="0"/>
          <a:chOff x="0" y="0"/>
          <a:chExt cx="0" cy="0"/>
        </a:xfrm>
      </p:grpSpPr>
      <p:sp>
        <p:nvSpPr>
          <p:cNvPr id="61" name="Title Text"/>
          <p:cNvSpPr txBox="1"/>
          <p:nvPr>
            <p:ph type="title"/>
          </p:nvPr>
        </p:nvSpPr>
        <p:spPr>
          <a:xfrm>
            <a:off x="719999" y="1677217"/>
            <a:ext cx="2336402" cy="405001"/>
          </a:xfrm>
          <a:prstGeom prst="rect">
            <a:avLst/>
          </a:prstGeom>
        </p:spPr>
        <p:txBody>
          <a:bodyPr/>
          <a:lstStyle>
            <a:lvl1pPr algn="ctr">
              <a:defRPr sz="2400"/>
            </a:lvl1pPr>
          </a:lstStyle>
          <a:p>
            <a:pPr/>
            <a:r>
              <a:t>Title Text</a:t>
            </a:r>
          </a:p>
        </p:txBody>
      </p:sp>
      <p:sp>
        <p:nvSpPr>
          <p:cNvPr id="62" name="Body Level One…"/>
          <p:cNvSpPr txBox="1"/>
          <p:nvPr>
            <p:ph type="body" sz="quarter" idx="1"/>
          </p:nvPr>
        </p:nvSpPr>
        <p:spPr>
          <a:xfrm>
            <a:off x="719999" y="2081198"/>
            <a:ext cx="2336402" cy="572701"/>
          </a:xfrm>
          <a:prstGeom prst="rect">
            <a:avLst/>
          </a:prstGeom>
        </p:spPr>
        <p:txBody>
          <a:bodyPr>
            <a:normAutofit fontScale="100000" lnSpcReduction="0"/>
          </a:bodyPr>
          <a:lstStyle>
            <a:lvl1pPr marL="342900" indent="-228600" algn="ctr">
              <a:lnSpc>
                <a:spcPct val="100000"/>
              </a:lnSpc>
              <a:buClrTx/>
              <a:buSzTx/>
              <a:buFontTx/>
              <a:buNone/>
              <a:defRPr sz="1400"/>
            </a:lvl1pPr>
            <a:lvl2pPr marL="342900" indent="254000" algn="ctr">
              <a:lnSpc>
                <a:spcPct val="100000"/>
              </a:lnSpc>
              <a:buClrTx/>
              <a:buSzTx/>
              <a:buFontTx/>
              <a:buNone/>
              <a:defRPr sz="1400"/>
            </a:lvl2pPr>
            <a:lvl3pPr marL="342900" indent="711200" algn="ctr">
              <a:lnSpc>
                <a:spcPct val="100000"/>
              </a:lnSpc>
              <a:buClrTx/>
              <a:buSzTx/>
              <a:buFontTx/>
              <a:buNone/>
              <a:defRPr sz="1400"/>
            </a:lvl3pPr>
            <a:lvl4pPr marL="342900" indent="1168400" algn="ctr">
              <a:lnSpc>
                <a:spcPct val="100000"/>
              </a:lnSpc>
              <a:buClrTx/>
              <a:buSzTx/>
              <a:buFontTx/>
              <a:buNone/>
              <a:defRPr sz="1400"/>
            </a:lvl4pPr>
            <a:lvl5pPr marL="342900" indent="1625600" algn="ctr">
              <a:lnSpc>
                <a:spcPct val="100000"/>
              </a:lnSpc>
              <a:buClrTx/>
              <a:buSzTx/>
              <a:buFontTx/>
              <a:buNone/>
              <a:defRPr sz="1400"/>
            </a:lvl5pPr>
          </a:lstStyle>
          <a:p>
            <a:pPr/>
            <a:r>
              <a:t>Body Level One</a:t>
            </a:r>
          </a:p>
          <a:p>
            <a:pPr lvl="1"/>
            <a:r>
              <a:t>Body Level Two</a:t>
            </a:r>
          </a:p>
          <a:p>
            <a:pPr lvl="2"/>
            <a:r>
              <a:t>Body Level Three</a:t>
            </a:r>
          </a:p>
          <a:p>
            <a:pPr lvl="3"/>
            <a:r>
              <a:t>Body Level Four</a:t>
            </a:r>
          </a:p>
          <a:p>
            <a:pPr lvl="4"/>
            <a:r>
              <a:t>Body Level Five</a:t>
            </a:r>
          </a:p>
        </p:txBody>
      </p:sp>
      <p:sp>
        <p:nvSpPr>
          <p:cNvPr id="63" name="Google Shape;111;p14"/>
          <p:cNvSpPr/>
          <p:nvPr/>
        </p:nvSpPr>
        <p:spPr>
          <a:xfrm>
            <a:off x="-250225" y="4076449"/>
            <a:ext cx="1926901" cy="1161002"/>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0"/>
                </a:moveTo>
                <a:cubicBezTo>
                  <a:pt x="5400" y="0"/>
                  <a:pt x="10800" y="5400"/>
                  <a:pt x="10800" y="10800"/>
                </a:cubicBezTo>
                <a:cubicBezTo>
                  <a:pt x="10800" y="16200"/>
                  <a:pt x="16200" y="21600"/>
                  <a:pt x="21600" y="21600"/>
                </a:cubicBezTo>
              </a:path>
            </a:pathLst>
          </a:custGeom>
          <a:ln w="28575">
            <a:solidFill>
              <a:schemeClr val="accent1"/>
            </a:solidFill>
          </a:ln>
        </p:spPr>
        <p:txBody>
          <a:bodyPr lIns="45719" rIns="45719" anchor="ctr"/>
          <a:lstStyle/>
          <a:p>
            <a:pPr/>
          </a:p>
        </p:txBody>
      </p:sp>
      <p:sp>
        <p:nvSpPr>
          <p:cNvPr id="64" name="Google Shape;112;p14"/>
          <p:cNvSpPr/>
          <p:nvPr/>
        </p:nvSpPr>
        <p:spPr>
          <a:xfrm>
            <a:off x="7441149" y="-48376"/>
            <a:ext cx="1926901" cy="1161001"/>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0"/>
                </a:moveTo>
                <a:cubicBezTo>
                  <a:pt x="5400" y="0"/>
                  <a:pt x="10800" y="5400"/>
                  <a:pt x="10800" y="10800"/>
                </a:cubicBezTo>
                <a:cubicBezTo>
                  <a:pt x="10800" y="16200"/>
                  <a:pt x="16200" y="21600"/>
                  <a:pt x="21600" y="21600"/>
                </a:cubicBezTo>
              </a:path>
            </a:pathLst>
          </a:custGeom>
          <a:ln w="28575">
            <a:solidFill>
              <a:schemeClr val="accent1"/>
            </a:solidFill>
          </a:ln>
        </p:spPr>
        <p:txBody>
          <a:bodyPr lIns="45719" rIns="45719" anchor="ctr"/>
          <a:lstStyle/>
          <a:p>
            <a:pPr/>
          </a:p>
        </p:txBody>
      </p:sp>
      <p:sp>
        <p:nvSpPr>
          <p:cNvPr id="65"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7.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CUSTOM_2">
    <p:spTree>
      <p:nvGrpSpPr>
        <p:cNvPr id="1" name=""/>
        <p:cNvGrpSpPr/>
        <p:nvPr/>
      </p:nvGrpSpPr>
      <p:grpSpPr>
        <a:xfrm>
          <a:off x="0" y="0"/>
          <a:ext cx="0" cy="0"/>
          <a:chOff x="0" y="0"/>
          <a:chExt cx="0" cy="0"/>
        </a:xfrm>
      </p:grpSpPr>
      <p:sp>
        <p:nvSpPr>
          <p:cNvPr id="72" name="Title Text"/>
          <p:cNvSpPr txBox="1"/>
          <p:nvPr>
            <p:ph type="title"/>
          </p:nvPr>
        </p:nvSpPr>
        <p:spPr>
          <a:xfrm>
            <a:off x="2410499" y="2808253"/>
            <a:ext cx="4323002" cy="497701"/>
          </a:xfrm>
          <a:prstGeom prst="rect">
            <a:avLst/>
          </a:prstGeom>
        </p:spPr>
        <p:txBody>
          <a:bodyPr/>
          <a:lstStyle>
            <a:lvl1pPr algn="ctr"/>
          </a:lstStyle>
          <a:p>
            <a:pPr/>
            <a:r>
              <a:t>Title Text</a:t>
            </a:r>
          </a:p>
        </p:txBody>
      </p:sp>
      <p:sp>
        <p:nvSpPr>
          <p:cNvPr id="73" name="Body Level One…"/>
          <p:cNvSpPr txBox="1"/>
          <p:nvPr>
            <p:ph type="body" sz="quarter" idx="1"/>
          </p:nvPr>
        </p:nvSpPr>
        <p:spPr>
          <a:xfrm>
            <a:off x="1842899" y="1661963"/>
            <a:ext cx="5458202" cy="997201"/>
          </a:xfrm>
          <a:prstGeom prst="rect">
            <a:avLst/>
          </a:prstGeom>
        </p:spPr>
        <p:txBody>
          <a:bodyPr>
            <a:normAutofit fontScale="100000" lnSpcReduction="0"/>
          </a:bodyPr>
          <a:lstStyle>
            <a:lvl1pPr marL="342900" indent="-228600" algn="ctr">
              <a:lnSpc>
                <a:spcPct val="100000"/>
              </a:lnSpc>
              <a:buClrTx/>
              <a:buSzTx/>
              <a:buFontTx/>
              <a:buNone/>
              <a:defRPr sz="2000"/>
            </a:lvl1pPr>
            <a:lvl2pPr marL="342900" indent="254000" algn="ctr">
              <a:lnSpc>
                <a:spcPct val="100000"/>
              </a:lnSpc>
              <a:buClrTx/>
              <a:buSzTx/>
              <a:buFontTx/>
              <a:buNone/>
              <a:defRPr sz="2000"/>
            </a:lvl2pPr>
            <a:lvl3pPr marL="342900" indent="711200" algn="ctr">
              <a:lnSpc>
                <a:spcPct val="100000"/>
              </a:lnSpc>
              <a:buClrTx/>
              <a:buSzTx/>
              <a:buFontTx/>
              <a:buNone/>
              <a:defRPr sz="2000"/>
            </a:lvl3pPr>
            <a:lvl4pPr marL="342900" indent="1168400" algn="ctr">
              <a:lnSpc>
                <a:spcPct val="100000"/>
              </a:lnSpc>
              <a:buClrTx/>
              <a:buSzTx/>
              <a:buFontTx/>
              <a:buNone/>
              <a:defRPr sz="2000"/>
            </a:lvl4pPr>
            <a:lvl5pPr marL="342900" indent="1625600" algn="ctr">
              <a:lnSpc>
                <a:spcPct val="100000"/>
              </a:lnSpc>
              <a:buClrTx/>
              <a:buSzTx/>
              <a:buFontTx/>
              <a:buNone/>
              <a:defRPr sz="2000"/>
            </a:lvl5pPr>
          </a:lstStyle>
          <a:p>
            <a:pPr/>
            <a:r>
              <a:t>Body Level One</a:t>
            </a:r>
          </a:p>
          <a:p>
            <a:pPr lvl="1"/>
            <a:r>
              <a:t>Body Level Two</a:t>
            </a:r>
          </a:p>
          <a:p>
            <a:pPr lvl="2"/>
            <a:r>
              <a:t>Body Level Three</a:t>
            </a:r>
          </a:p>
          <a:p>
            <a:pPr lvl="3"/>
            <a:r>
              <a:t>Body Level Four</a:t>
            </a:r>
          </a:p>
          <a:p>
            <a:pPr lvl="4"/>
            <a:r>
              <a:t>Body Level Five</a:t>
            </a:r>
          </a:p>
        </p:txBody>
      </p:sp>
      <p:sp>
        <p:nvSpPr>
          <p:cNvPr id="74"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8.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CUSTOM_12">
    <p:spTree>
      <p:nvGrpSpPr>
        <p:cNvPr id="1" name=""/>
        <p:cNvGrpSpPr/>
        <p:nvPr/>
      </p:nvGrpSpPr>
      <p:grpSpPr>
        <a:xfrm>
          <a:off x="0" y="0"/>
          <a:ext cx="0" cy="0"/>
          <a:chOff x="0" y="0"/>
          <a:chExt cx="0" cy="0"/>
        </a:xfrm>
      </p:grpSpPr>
      <p:sp>
        <p:nvSpPr>
          <p:cNvPr id="81" name="Title Text"/>
          <p:cNvSpPr txBox="1"/>
          <p:nvPr>
            <p:ph type="title"/>
          </p:nvPr>
        </p:nvSpPr>
        <p:spPr>
          <a:xfrm>
            <a:off x="699900" y="2821263"/>
            <a:ext cx="4323001" cy="497701"/>
          </a:xfrm>
          <a:prstGeom prst="rect">
            <a:avLst/>
          </a:prstGeom>
        </p:spPr>
        <p:txBody>
          <a:bodyPr/>
          <a:lstStyle/>
          <a:p>
            <a:pPr/>
            <a:r>
              <a:t>Title Text</a:t>
            </a:r>
          </a:p>
        </p:txBody>
      </p:sp>
      <p:sp>
        <p:nvSpPr>
          <p:cNvPr id="82" name="Body Level One…"/>
          <p:cNvSpPr txBox="1"/>
          <p:nvPr>
            <p:ph type="body" sz="quarter" idx="1"/>
          </p:nvPr>
        </p:nvSpPr>
        <p:spPr>
          <a:xfrm>
            <a:off x="699900" y="1675901"/>
            <a:ext cx="5458201" cy="997201"/>
          </a:xfrm>
          <a:prstGeom prst="rect">
            <a:avLst/>
          </a:prstGeom>
        </p:spPr>
        <p:txBody>
          <a:bodyPr>
            <a:normAutofit fontScale="100000" lnSpcReduction="0"/>
          </a:bodyPr>
          <a:lstStyle>
            <a:lvl1pPr marL="342900" indent="-228600">
              <a:lnSpc>
                <a:spcPct val="100000"/>
              </a:lnSpc>
              <a:buClrTx/>
              <a:buSzTx/>
              <a:buFontTx/>
              <a:buNone/>
              <a:defRPr sz="2000"/>
            </a:lvl1pPr>
            <a:lvl2pPr marL="342900" indent="254000">
              <a:lnSpc>
                <a:spcPct val="100000"/>
              </a:lnSpc>
              <a:buClrTx/>
              <a:buSzTx/>
              <a:buFontTx/>
              <a:buNone/>
              <a:defRPr sz="2000"/>
            </a:lvl2pPr>
            <a:lvl3pPr marL="342900" indent="711200">
              <a:lnSpc>
                <a:spcPct val="100000"/>
              </a:lnSpc>
              <a:buClrTx/>
              <a:buSzTx/>
              <a:buFontTx/>
              <a:buNone/>
              <a:defRPr sz="2000"/>
            </a:lvl3pPr>
            <a:lvl4pPr marL="342900" indent="1168400">
              <a:lnSpc>
                <a:spcPct val="100000"/>
              </a:lnSpc>
              <a:buClrTx/>
              <a:buSzTx/>
              <a:buFontTx/>
              <a:buNone/>
              <a:defRPr sz="2000"/>
            </a:lvl4pPr>
            <a:lvl5pPr marL="342900" indent="1625600">
              <a:lnSpc>
                <a:spcPct val="100000"/>
              </a:lnSpc>
              <a:buClrTx/>
              <a:buSzTx/>
              <a:buFontTx/>
              <a:buNone/>
              <a:defRPr sz="2000"/>
            </a:lvl5pPr>
          </a:lstStyle>
          <a:p>
            <a:pPr/>
            <a:r>
              <a:t>Body Level One</a:t>
            </a:r>
          </a:p>
          <a:p>
            <a:pPr lvl="1"/>
            <a:r>
              <a:t>Body Level Two</a:t>
            </a:r>
          </a:p>
          <a:p>
            <a:pPr lvl="2"/>
            <a:r>
              <a:t>Body Level Three</a:t>
            </a:r>
          </a:p>
          <a:p>
            <a:pPr lvl="3"/>
            <a:r>
              <a:t>Body Level Four</a:t>
            </a:r>
          </a:p>
          <a:p>
            <a:pPr lvl="4"/>
            <a:r>
              <a:t>Body Level Five</a:t>
            </a:r>
          </a:p>
        </p:txBody>
      </p:sp>
      <p:sp>
        <p:nvSpPr>
          <p:cNvPr id="83" name="Google Shape;123;p16"/>
          <p:cNvSpPr/>
          <p:nvPr/>
        </p:nvSpPr>
        <p:spPr>
          <a:xfrm flipH="1">
            <a:off x="7454238" y="4053663"/>
            <a:ext cx="1926901" cy="1161001"/>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0"/>
                </a:moveTo>
                <a:cubicBezTo>
                  <a:pt x="5400" y="0"/>
                  <a:pt x="10800" y="5400"/>
                  <a:pt x="10800" y="10800"/>
                </a:cubicBezTo>
                <a:cubicBezTo>
                  <a:pt x="10800" y="16200"/>
                  <a:pt x="16200" y="21600"/>
                  <a:pt x="21600" y="21600"/>
                </a:cubicBezTo>
              </a:path>
            </a:pathLst>
          </a:custGeom>
          <a:ln w="28575">
            <a:solidFill>
              <a:schemeClr val="accent1"/>
            </a:solidFill>
          </a:ln>
        </p:spPr>
        <p:txBody>
          <a:bodyPr lIns="45719" rIns="45719" anchor="ctr"/>
          <a:lstStyle/>
          <a:p>
            <a:pPr/>
          </a:p>
        </p:txBody>
      </p:sp>
      <p:sp>
        <p:nvSpPr>
          <p:cNvPr id="84" name="Google Shape;124;p16"/>
          <p:cNvSpPr/>
          <p:nvPr/>
        </p:nvSpPr>
        <p:spPr>
          <a:xfrm flipH="1">
            <a:off x="-237138" y="-71163"/>
            <a:ext cx="1926902" cy="1161001"/>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0"/>
                </a:moveTo>
                <a:cubicBezTo>
                  <a:pt x="5400" y="0"/>
                  <a:pt x="10800" y="5400"/>
                  <a:pt x="10800" y="10800"/>
                </a:cubicBezTo>
                <a:cubicBezTo>
                  <a:pt x="10800" y="16200"/>
                  <a:pt x="16200" y="21600"/>
                  <a:pt x="21600" y="21600"/>
                </a:cubicBezTo>
              </a:path>
            </a:pathLst>
          </a:custGeom>
          <a:ln w="28575">
            <a:solidFill>
              <a:schemeClr val="accent1"/>
            </a:solidFill>
          </a:ln>
        </p:spPr>
        <p:txBody>
          <a:bodyPr lIns="45719" rIns="45719" anchor="ctr"/>
          <a:lstStyle/>
          <a:p>
            <a:pPr/>
          </a:p>
        </p:txBody>
      </p:sp>
      <p:sp>
        <p:nvSpPr>
          <p:cNvPr id="85"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9.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CUSTOM_13">
    <p:spTree>
      <p:nvGrpSpPr>
        <p:cNvPr id="1" name=""/>
        <p:cNvGrpSpPr/>
        <p:nvPr/>
      </p:nvGrpSpPr>
      <p:grpSpPr>
        <a:xfrm>
          <a:off x="0" y="0"/>
          <a:ext cx="0" cy="0"/>
          <a:chOff x="0" y="0"/>
          <a:chExt cx="0" cy="0"/>
        </a:xfrm>
      </p:grpSpPr>
      <p:sp>
        <p:nvSpPr>
          <p:cNvPr id="92" name="Body Level One…"/>
          <p:cNvSpPr txBox="1"/>
          <p:nvPr>
            <p:ph type="body" sz="quarter" idx="1"/>
          </p:nvPr>
        </p:nvSpPr>
        <p:spPr>
          <a:xfrm>
            <a:off x="2648399" y="1682000"/>
            <a:ext cx="3847202" cy="2379901"/>
          </a:xfrm>
          <a:prstGeom prst="rect">
            <a:avLst/>
          </a:prstGeom>
        </p:spPr>
        <p:txBody>
          <a:bodyPr>
            <a:normAutofit fontScale="100000" lnSpcReduction="0"/>
          </a:bodyPr>
          <a:lstStyle>
            <a:lvl1pPr>
              <a:lnSpc>
                <a:spcPct val="100000"/>
              </a:lnSpc>
              <a:buClr>
                <a:schemeClr val="accent1"/>
              </a:buClr>
              <a:buSzPts val="1400"/>
              <a:defRPr sz="1400"/>
            </a:lvl1pPr>
            <a:lvl2pPr marL="914400" indent="-317500">
              <a:lnSpc>
                <a:spcPct val="100000"/>
              </a:lnSpc>
              <a:buClr>
                <a:schemeClr val="accent1"/>
              </a:buClr>
              <a:buSzPts val="1400"/>
              <a:defRPr sz="1400"/>
            </a:lvl2pPr>
            <a:lvl3pPr marL="1371600" indent="-317500">
              <a:lnSpc>
                <a:spcPct val="100000"/>
              </a:lnSpc>
              <a:buClr>
                <a:schemeClr val="accent1"/>
              </a:buClr>
              <a:buSzPts val="1400"/>
              <a:defRPr sz="1400"/>
            </a:lvl3pPr>
            <a:lvl4pPr marL="1828800" indent="-317500">
              <a:lnSpc>
                <a:spcPct val="100000"/>
              </a:lnSpc>
              <a:buClr>
                <a:schemeClr val="accent1"/>
              </a:buClr>
              <a:buSzPts val="1400"/>
              <a:defRPr sz="1400"/>
            </a:lvl4pPr>
            <a:lvl5pPr marL="2286000" indent="-317500">
              <a:lnSpc>
                <a:spcPct val="100000"/>
              </a:lnSpc>
              <a:buClr>
                <a:schemeClr val="accent1"/>
              </a:buClr>
              <a:buSzPts val="1400"/>
              <a:defRPr sz="1400"/>
            </a:lvl5pPr>
          </a:lstStyle>
          <a:p>
            <a:pPr/>
            <a:r>
              <a:t>Body Level One</a:t>
            </a:r>
          </a:p>
          <a:p>
            <a:pPr lvl="1"/>
            <a:r>
              <a:t>Body Level Two</a:t>
            </a:r>
          </a:p>
          <a:p>
            <a:pPr lvl="2"/>
            <a:r>
              <a:t>Body Level Three</a:t>
            </a:r>
          </a:p>
          <a:p>
            <a:pPr lvl="3"/>
            <a:r>
              <a:t>Body Level Four</a:t>
            </a:r>
          </a:p>
          <a:p>
            <a:pPr lvl="4"/>
            <a:r>
              <a:t>Body Level Five</a:t>
            </a:r>
          </a:p>
        </p:txBody>
      </p:sp>
      <p:sp>
        <p:nvSpPr>
          <p:cNvPr id="93" name="Title Text"/>
          <p:cNvSpPr txBox="1"/>
          <p:nvPr>
            <p:ph type="title"/>
          </p:nvPr>
        </p:nvSpPr>
        <p:spPr>
          <a:xfrm>
            <a:off x="1732050" y="445025"/>
            <a:ext cx="5679900" cy="572701"/>
          </a:xfrm>
          <a:prstGeom prst="rect">
            <a:avLst/>
          </a:prstGeom>
        </p:spPr>
        <p:txBody>
          <a:bodyPr/>
          <a:lstStyle>
            <a:lvl1pPr algn="ctr"/>
          </a:lstStyle>
          <a:p>
            <a:pPr/>
            <a:r>
              <a:t>Title Text</a:t>
            </a:r>
          </a:p>
        </p:txBody>
      </p:sp>
      <p:sp>
        <p:nvSpPr>
          <p:cNvPr id="94" name="Google Shape;130;p17"/>
          <p:cNvSpPr/>
          <p:nvPr/>
        </p:nvSpPr>
        <p:spPr>
          <a:xfrm>
            <a:off x="-250225" y="4076449"/>
            <a:ext cx="1926901" cy="1161002"/>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0"/>
                </a:moveTo>
                <a:cubicBezTo>
                  <a:pt x="5400" y="0"/>
                  <a:pt x="10800" y="5400"/>
                  <a:pt x="10800" y="10800"/>
                </a:cubicBezTo>
                <a:cubicBezTo>
                  <a:pt x="10800" y="16200"/>
                  <a:pt x="16200" y="21600"/>
                  <a:pt x="21600" y="21600"/>
                </a:cubicBezTo>
              </a:path>
            </a:pathLst>
          </a:custGeom>
          <a:ln w="28575">
            <a:solidFill>
              <a:schemeClr val="accent1"/>
            </a:solidFill>
          </a:ln>
        </p:spPr>
        <p:txBody>
          <a:bodyPr lIns="45719" rIns="45719" anchor="ctr"/>
          <a:lstStyle/>
          <a:p>
            <a:pPr/>
          </a:p>
        </p:txBody>
      </p:sp>
      <p:sp>
        <p:nvSpPr>
          <p:cNvPr id="95" name="Google Shape;131;p17"/>
          <p:cNvSpPr/>
          <p:nvPr/>
        </p:nvSpPr>
        <p:spPr>
          <a:xfrm>
            <a:off x="7441149" y="-48376"/>
            <a:ext cx="1926901" cy="1161001"/>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0"/>
                </a:moveTo>
                <a:cubicBezTo>
                  <a:pt x="5400" y="0"/>
                  <a:pt x="10800" y="5400"/>
                  <a:pt x="10800" y="10800"/>
                </a:cubicBezTo>
                <a:cubicBezTo>
                  <a:pt x="10800" y="16200"/>
                  <a:pt x="16200" y="21600"/>
                  <a:pt x="21600" y="21600"/>
                </a:cubicBezTo>
              </a:path>
            </a:pathLst>
          </a:custGeom>
          <a:ln w="28575">
            <a:solidFill>
              <a:schemeClr val="accent1"/>
            </a:solidFill>
          </a:ln>
        </p:spPr>
        <p:txBody>
          <a:bodyPr lIns="45719" rIns="45719" anchor="ctr"/>
          <a:lstStyle/>
          <a:p>
            <a:pPr/>
          </a:p>
        </p:txBody>
      </p:sp>
      <p:sp>
        <p:nvSpPr>
          <p:cNvPr id="96"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0.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CUSTOM_3">
    <p:spTree>
      <p:nvGrpSpPr>
        <p:cNvPr id="1" name=""/>
        <p:cNvGrpSpPr/>
        <p:nvPr/>
      </p:nvGrpSpPr>
      <p:grpSpPr>
        <a:xfrm>
          <a:off x="0" y="0"/>
          <a:ext cx="0" cy="0"/>
          <a:chOff x="0" y="0"/>
          <a:chExt cx="0" cy="0"/>
        </a:xfrm>
      </p:grpSpPr>
      <p:sp>
        <p:nvSpPr>
          <p:cNvPr id="103" name="Title Text"/>
          <p:cNvSpPr txBox="1"/>
          <p:nvPr>
            <p:ph type="title"/>
          </p:nvPr>
        </p:nvSpPr>
        <p:spPr>
          <a:xfrm>
            <a:off x="1994849" y="1482824"/>
            <a:ext cx="5154302" cy="1291201"/>
          </a:xfrm>
          <a:prstGeom prst="rect">
            <a:avLst/>
          </a:prstGeom>
        </p:spPr>
        <p:txBody>
          <a:bodyPr/>
          <a:lstStyle>
            <a:lvl1pPr algn="ctr">
              <a:defRPr sz="9000"/>
            </a:lvl1pPr>
          </a:lstStyle>
          <a:p>
            <a:pPr/>
            <a:r>
              <a:t>Title Text</a:t>
            </a:r>
          </a:p>
        </p:txBody>
      </p:sp>
      <p:sp>
        <p:nvSpPr>
          <p:cNvPr id="104" name="Body Level One…"/>
          <p:cNvSpPr txBox="1"/>
          <p:nvPr>
            <p:ph type="body" sz="quarter" idx="1"/>
          </p:nvPr>
        </p:nvSpPr>
        <p:spPr>
          <a:xfrm>
            <a:off x="2299499" y="2972149"/>
            <a:ext cx="4545002" cy="554401"/>
          </a:xfrm>
          <a:prstGeom prst="rect">
            <a:avLst/>
          </a:prstGeom>
        </p:spPr>
        <p:txBody>
          <a:bodyPr>
            <a:normAutofit fontScale="100000" lnSpcReduction="0"/>
          </a:bodyPr>
          <a:lstStyle>
            <a:lvl1pPr marL="342900" indent="-228600" algn="ctr">
              <a:lnSpc>
                <a:spcPct val="100000"/>
              </a:lnSpc>
              <a:buClrTx/>
              <a:buSzTx/>
              <a:buFontTx/>
              <a:buNone/>
              <a:defRPr sz="1400"/>
            </a:lvl1pPr>
            <a:lvl2pPr marL="342900" indent="254000" algn="ctr">
              <a:lnSpc>
                <a:spcPct val="100000"/>
              </a:lnSpc>
              <a:buClrTx/>
              <a:buSzTx/>
              <a:buFontTx/>
              <a:buNone/>
              <a:defRPr sz="1400"/>
            </a:lvl2pPr>
            <a:lvl3pPr marL="342900" indent="711200" algn="ctr">
              <a:lnSpc>
                <a:spcPct val="100000"/>
              </a:lnSpc>
              <a:buClrTx/>
              <a:buSzTx/>
              <a:buFontTx/>
              <a:buNone/>
              <a:defRPr sz="1400"/>
            </a:lvl3pPr>
            <a:lvl4pPr marL="342900" indent="1168400" algn="ctr">
              <a:lnSpc>
                <a:spcPct val="100000"/>
              </a:lnSpc>
              <a:buClrTx/>
              <a:buSzTx/>
              <a:buFontTx/>
              <a:buNone/>
              <a:defRPr sz="1400"/>
            </a:lvl4pPr>
            <a:lvl5pPr marL="342900" indent="1625600" algn="ctr">
              <a:lnSpc>
                <a:spcPct val="100000"/>
              </a:lnSpc>
              <a:buClrTx/>
              <a:buSzTx/>
              <a:buFontTx/>
              <a:buNone/>
              <a:defRPr sz="1400"/>
            </a:lvl5pPr>
          </a:lstStyle>
          <a:p>
            <a:pPr/>
            <a:r>
              <a:t>Body Level One</a:t>
            </a:r>
          </a:p>
          <a:p>
            <a:pPr lvl="1"/>
            <a:r>
              <a:t>Body Level Two</a:t>
            </a:r>
          </a:p>
          <a:p>
            <a:pPr lvl="2"/>
            <a:r>
              <a:t>Body Level Three</a:t>
            </a:r>
          </a:p>
          <a:p>
            <a:pPr lvl="3"/>
            <a:r>
              <a:t>Body Level Four</a:t>
            </a:r>
          </a:p>
          <a:p>
            <a:pPr lvl="4"/>
            <a:r>
              <a:t>Body Level Five</a:t>
            </a:r>
          </a:p>
        </p:txBody>
      </p:sp>
      <p:sp>
        <p:nvSpPr>
          <p:cNvPr id="105"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1.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CUSTOM_14">
    <p:spTree>
      <p:nvGrpSpPr>
        <p:cNvPr id="1" name=""/>
        <p:cNvGrpSpPr/>
        <p:nvPr/>
      </p:nvGrpSpPr>
      <p:grpSpPr>
        <a:xfrm>
          <a:off x="0" y="0"/>
          <a:ext cx="0" cy="0"/>
          <a:chOff x="0" y="0"/>
          <a:chExt cx="0" cy="0"/>
        </a:xfrm>
      </p:grpSpPr>
      <p:sp>
        <p:nvSpPr>
          <p:cNvPr id="112" name="Title Text"/>
          <p:cNvSpPr txBox="1"/>
          <p:nvPr>
            <p:ph type="title"/>
          </p:nvPr>
        </p:nvSpPr>
        <p:spPr>
          <a:xfrm>
            <a:off x="3742849" y="1549874"/>
            <a:ext cx="4545001" cy="1291201"/>
          </a:xfrm>
          <a:prstGeom prst="rect">
            <a:avLst/>
          </a:prstGeom>
        </p:spPr>
        <p:txBody>
          <a:bodyPr/>
          <a:lstStyle>
            <a:lvl1pPr>
              <a:defRPr sz="9000"/>
            </a:lvl1pPr>
          </a:lstStyle>
          <a:p>
            <a:pPr/>
            <a:r>
              <a:t>Title Text</a:t>
            </a:r>
          </a:p>
        </p:txBody>
      </p:sp>
      <p:sp>
        <p:nvSpPr>
          <p:cNvPr id="113" name="Body Level One…"/>
          <p:cNvSpPr txBox="1"/>
          <p:nvPr>
            <p:ph type="body" sz="quarter" idx="1"/>
          </p:nvPr>
        </p:nvSpPr>
        <p:spPr>
          <a:xfrm>
            <a:off x="3742849" y="3039212"/>
            <a:ext cx="4545001" cy="554401"/>
          </a:xfrm>
          <a:prstGeom prst="rect">
            <a:avLst/>
          </a:prstGeom>
        </p:spPr>
        <p:txBody>
          <a:bodyPr>
            <a:normAutofit fontScale="100000" lnSpcReduction="0"/>
          </a:bodyPr>
          <a:lstStyle>
            <a:lvl1pPr marL="342900" indent="-228600">
              <a:lnSpc>
                <a:spcPct val="100000"/>
              </a:lnSpc>
              <a:buClrTx/>
              <a:buSzTx/>
              <a:buFontTx/>
              <a:buNone/>
              <a:defRPr sz="1400"/>
            </a:lvl1pPr>
            <a:lvl2pPr marL="342900" indent="254000">
              <a:lnSpc>
                <a:spcPct val="100000"/>
              </a:lnSpc>
              <a:buClrTx/>
              <a:buSzTx/>
              <a:buFontTx/>
              <a:buNone/>
              <a:defRPr sz="1400"/>
            </a:lvl2pPr>
            <a:lvl3pPr marL="342900" indent="711200">
              <a:lnSpc>
                <a:spcPct val="100000"/>
              </a:lnSpc>
              <a:buClrTx/>
              <a:buSzTx/>
              <a:buFontTx/>
              <a:buNone/>
              <a:defRPr sz="1400"/>
            </a:lvl3pPr>
            <a:lvl4pPr marL="342900" indent="1168400">
              <a:lnSpc>
                <a:spcPct val="100000"/>
              </a:lnSpc>
              <a:buClrTx/>
              <a:buSzTx/>
              <a:buFontTx/>
              <a:buNone/>
              <a:defRPr sz="1400"/>
            </a:lvl4pPr>
            <a:lvl5pPr marL="342900" indent="1625600">
              <a:lnSpc>
                <a:spcPct val="100000"/>
              </a:lnSpc>
              <a:buClrTx/>
              <a:buSzTx/>
              <a:buFontTx/>
              <a:buNone/>
              <a:defRPr sz="1400"/>
            </a:lvl5pPr>
          </a:lstStyle>
          <a:p>
            <a:pPr/>
            <a:r>
              <a:t>Body Level One</a:t>
            </a:r>
          </a:p>
          <a:p>
            <a:pPr lvl="1"/>
            <a:r>
              <a:t>Body Level Two</a:t>
            </a:r>
          </a:p>
          <a:p>
            <a:pPr lvl="2"/>
            <a:r>
              <a:t>Body Level Three</a:t>
            </a:r>
          </a:p>
          <a:p>
            <a:pPr lvl="3"/>
            <a:r>
              <a:t>Body Level Four</a:t>
            </a:r>
          </a:p>
          <a:p>
            <a:pPr lvl="4"/>
            <a:r>
              <a:t>Body Level Five</a:t>
            </a:r>
          </a:p>
        </p:txBody>
      </p:sp>
      <p:sp>
        <p:nvSpPr>
          <p:cNvPr id="114" name="Google Shape;142;p19"/>
          <p:cNvSpPr/>
          <p:nvPr/>
        </p:nvSpPr>
        <p:spPr>
          <a:xfrm>
            <a:off x="-250225" y="4076449"/>
            <a:ext cx="1926901" cy="1161002"/>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0"/>
                </a:moveTo>
                <a:cubicBezTo>
                  <a:pt x="5400" y="0"/>
                  <a:pt x="10800" y="5400"/>
                  <a:pt x="10800" y="10800"/>
                </a:cubicBezTo>
                <a:cubicBezTo>
                  <a:pt x="10800" y="16200"/>
                  <a:pt x="16200" y="21600"/>
                  <a:pt x="21600" y="21600"/>
                </a:cubicBezTo>
              </a:path>
            </a:pathLst>
          </a:custGeom>
          <a:ln w="28575">
            <a:solidFill>
              <a:schemeClr val="accent1"/>
            </a:solidFill>
          </a:ln>
        </p:spPr>
        <p:txBody>
          <a:bodyPr lIns="45719" rIns="45719" anchor="ctr"/>
          <a:lstStyle/>
          <a:p>
            <a:pPr/>
          </a:p>
        </p:txBody>
      </p:sp>
      <p:sp>
        <p:nvSpPr>
          <p:cNvPr id="115" name="Google Shape;143;p19"/>
          <p:cNvSpPr/>
          <p:nvPr/>
        </p:nvSpPr>
        <p:spPr>
          <a:xfrm>
            <a:off x="7441149" y="-48376"/>
            <a:ext cx="1926901" cy="1161001"/>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0"/>
                </a:moveTo>
                <a:cubicBezTo>
                  <a:pt x="5400" y="0"/>
                  <a:pt x="10800" y="5400"/>
                  <a:pt x="10800" y="10800"/>
                </a:cubicBezTo>
                <a:cubicBezTo>
                  <a:pt x="10800" y="16200"/>
                  <a:pt x="16200" y="21600"/>
                  <a:pt x="21600" y="21600"/>
                </a:cubicBezTo>
              </a:path>
            </a:pathLst>
          </a:custGeom>
          <a:ln w="28575">
            <a:solidFill>
              <a:schemeClr val="accent1"/>
            </a:solidFill>
          </a:ln>
        </p:spPr>
        <p:txBody>
          <a:bodyPr lIns="45719" rIns="45719" anchor="ctr"/>
          <a:lstStyle/>
          <a:p>
            <a:pPr/>
          </a:p>
        </p:txBody>
      </p:sp>
      <p:sp>
        <p:nvSpPr>
          <p:cNvPr id="116" name="Google Shape;144;p19"/>
          <p:cNvSpPr/>
          <p:nvPr/>
        </p:nvSpPr>
        <p:spPr>
          <a:xfrm flipH="1">
            <a:off x="7454238" y="4053663"/>
            <a:ext cx="1926901" cy="1161001"/>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0"/>
                </a:moveTo>
                <a:cubicBezTo>
                  <a:pt x="5400" y="0"/>
                  <a:pt x="10800" y="5400"/>
                  <a:pt x="10800" y="10800"/>
                </a:cubicBezTo>
                <a:cubicBezTo>
                  <a:pt x="10800" y="16200"/>
                  <a:pt x="16200" y="21600"/>
                  <a:pt x="21600" y="21600"/>
                </a:cubicBezTo>
              </a:path>
            </a:pathLst>
          </a:custGeom>
          <a:ln w="28575">
            <a:solidFill>
              <a:schemeClr val="accent1"/>
            </a:solidFill>
          </a:ln>
        </p:spPr>
        <p:txBody>
          <a:bodyPr lIns="45719" rIns="45719" anchor="ctr"/>
          <a:lstStyle/>
          <a:p>
            <a:pPr/>
          </a:p>
        </p:txBody>
      </p:sp>
      <p:sp>
        <p:nvSpPr>
          <p:cNvPr id="117" name="Google Shape;145;p19"/>
          <p:cNvSpPr/>
          <p:nvPr/>
        </p:nvSpPr>
        <p:spPr>
          <a:xfrm flipH="1">
            <a:off x="-237138" y="-71163"/>
            <a:ext cx="1926902" cy="1161001"/>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0"/>
                </a:moveTo>
                <a:cubicBezTo>
                  <a:pt x="5400" y="0"/>
                  <a:pt x="10800" y="5400"/>
                  <a:pt x="10800" y="10800"/>
                </a:cubicBezTo>
                <a:cubicBezTo>
                  <a:pt x="10800" y="16200"/>
                  <a:pt x="16200" y="21600"/>
                  <a:pt x="21600" y="21600"/>
                </a:cubicBezTo>
              </a:path>
            </a:pathLst>
          </a:custGeom>
          <a:ln w="28575">
            <a:solidFill>
              <a:schemeClr val="accent1"/>
            </a:solidFill>
          </a:ln>
        </p:spPr>
        <p:txBody>
          <a:bodyPr lIns="45719" rIns="45719" anchor="ctr"/>
          <a:lstStyle/>
          <a:p>
            <a:pPr/>
          </a:p>
        </p:txBody>
      </p:sp>
      <p:sp>
        <p:nvSpPr>
          <p:cNvPr id="118"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2.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0" showMasterPhAnim="1">
  <p:cSld name="CUSTOM_15">
    <p:spTree>
      <p:nvGrpSpPr>
        <p:cNvPr id="1" name=""/>
        <p:cNvGrpSpPr/>
        <p:nvPr/>
      </p:nvGrpSpPr>
      <p:grpSpPr>
        <a:xfrm>
          <a:off x="0" y="0"/>
          <a:ext cx="0" cy="0"/>
          <a:chOff x="0" y="0"/>
          <a:chExt cx="0" cy="0"/>
        </a:xfrm>
      </p:grpSpPr>
      <p:sp>
        <p:nvSpPr>
          <p:cNvPr id="125" name="Title Text"/>
          <p:cNvSpPr txBox="1"/>
          <p:nvPr>
            <p:ph type="title"/>
          </p:nvPr>
        </p:nvSpPr>
        <p:spPr>
          <a:xfrm>
            <a:off x="1677924" y="2511803"/>
            <a:ext cx="3714901" cy="805801"/>
          </a:xfrm>
          <a:prstGeom prst="rect">
            <a:avLst/>
          </a:prstGeom>
        </p:spPr>
        <p:txBody>
          <a:bodyPr/>
          <a:lstStyle>
            <a:lvl1pPr algn="r">
              <a:defRPr sz="5000"/>
            </a:lvl1pPr>
          </a:lstStyle>
          <a:p>
            <a:pPr/>
            <a:r>
              <a:t>Title Text</a:t>
            </a:r>
          </a:p>
        </p:txBody>
      </p:sp>
      <p:sp>
        <p:nvSpPr>
          <p:cNvPr id="126" name="Body Level One…"/>
          <p:cNvSpPr txBox="1"/>
          <p:nvPr>
            <p:ph type="body" sz="quarter" idx="1"/>
          </p:nvPr>
        </p:nvSpPr>
        <p:spPr>
          <a:xfrm>
            <a:off x="831625" y="3244000"/>
            <a:ext cx="4561200" cy="393001"/>
          </a:xfrm>
          <a:prstGeom prst="rect">
            <a:avLst/>
          </a:prstGeom>
        </p:spPr>
        <p:txBody>
          <a:bodyPr>
            <a:normAutofit fontScale="100000" lnSpcReduction="0"/>
          </a:bodyPr>
          <a:lstStyle>
            <a:lvl1pPr marL="342900" indent="-228600" algn="r">
              <a:lnSpc>
                <a:spcPct val="100000"/>
              </a:lnSpc>
              <a:buClrTx/>
              <a:buSzTx/>
              <a:buFontTx/>
              <a:buNone/>
              <a:defRPr sz="1400"/>
            </a:lvl1pPr>
            <a:lvl2pPr marL="342900" indent="254000" algn="r">
              <a:lnSpc>
                <a:spcPct val="100000"/>
              </a:lnSpc>
              <a:buClrTx/>
              <a:buSzTx/>
              <a:buFontTx/>
              <a:buNone/>
              <a:defRPr sz="1400"/>
            </a:lvl2pPr>
            <a:lvl3pPr marL="342900" indent="711200" algn="r">
              <a:lnSpc>
                <a:spcPct val="100000"/>
              </a:lnSpc>
              <a:buClrTx/>
              <a:buSzTx/>
              <a:buFontTx/>
              <a:buNone/>
              <a:defRPr sz="1400"/>
            </a:lvl3pPr>
            <a:lvl4pPr marL="342900" indent="1168400" algn="r">
              <a:lnSpc>
                <a:spcPct val="100000"/>
              </a:lnSpc>
              <a:buClrTx/>
              <a:buSzTx/>
              <a:buFontTx/>
              <a:buNone/>
              <a:defRPr sz="1400"/>
            </a:lvl4pPr>
            <a:lvl5pPr marL="342900" indent="1625600" algn="r">
              <a:lnSpc>
                <a:spcPct val="100000"/>
              </a:lnSpc>
              <a:buClrTx/>
              <a:buSzTx/>
              <a:buFontTx/>
              <a:buNone/>
              <a:defRPr sz="1400"/>
            </a:lvl5pPr>
          </a:lstStyle>
          <a:p>
            <a:pPr/>
            <a:r>
              <a:t>Body Level One</a:t>
            </a:r>
          </a:p>
          <a:p>
            <a:pPr lvl="1"/>
            <a:r>
              <a:t>Body Level Two</a:t>
            </a:r>
          </a:p>
          <a:p>
            <a:pPr lvl="2"/>
            <a:r>
              <a:t>Body Level Three</a:t>
            </a:r>
          </a:p>
          <a:p>
            <a:pPr lvl="3"/>
            <a:r>
              <a:t>Body Level Four</a:t>
            </a:r>
          </a:p>
          <a:p>
            <a:pPr lvl="4"/>
            <a:r>
              <a:t>Body Level Five</a:t>
            </a:r>
          </a:p>
        </p:txBody>
      </p:sp>
      <p:sp>
        <p:nvSpPr>
          <p:cNvPr id="127" name="Google Shape;150;p20"/>
          <p:cNvSpPr/>
          <p:nvPr/>
        </p:nvSpPr>
        <p:spPr>
          <a:xfrm flipH="1" flipV="1">
            <a:off x="-301" y="275370"/>
            <a:ext cx="9287401" cy="1"/>
          </a:xfrm>
          <a:prstGeom prst="line">
            <a:avLst/>
          </a:prstGeom>
          <a:ln w="28575">
            <a:solidFill>
              <a:schemeClr val="accent1"/>
            </a:solidFill>
          </a:ln>
        </p:spPr>
        <p:txBody>
          <a:bodyPr lIns="45719" rIns="45719"/>
          <a:lstStyle/>
          <a:p>
            <a:pPr/>
          </a:p>
        </p:txBody>
      </p:sp>
      <p:sp>
        <p:nvSpPr>
          <p:cNvPr id="128" name="Google Shape;151;p20"/>
          <p:cNvSpPr/>
          <p:nvPr/>
        </p:nvSpPr>
        <p:spPr>
          <a:xfrm flipH="1" flipV="1">
            <a:off x="-301" y="4878719"/>
            <a:ext cx="9287401" cy="1"/>
          </a:xfrm>
          <a:prstGeom prst="line">
            <a:avLst/>
          </a:prstGeom>
          <a:ln w="28575">
            <a:solidFill>
              <a:schemeClr val="accent1"/>
            </a:solidFill>
          </a:ln>
        </p:spPr>
        <p:txBody>
          <a:bodyPr lIns="45719" rIns="45719"/>
          <a:lstStyle/>
          <a:p>
            <a:pPr/>
          </a:p>
        </p:txBody>
      </p:sp>
      <p:sp>
        <p:nvSpPr>
          <p:cNvPr id="129" name="Google Shape;152;p20"/>
          <p:cNvSpPr/>
          <p:nvPr/>
        </p:nvSpPr>
        <p:spPr>
          <a:xfrm>
            <a:off x="-112876" y="3979774"/>
            <a:ext cx="1378501" cy="1236301"/>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0"/>
                </a:moveTo>
                <a:cubicBezTo>
                  <a:pt x="5400" y="0"/>
                  <a:pt x="10800" y="5400"/>
                  <a:pt x="10800" y="10800"/>
                </a:cubicBezTo>
                <a:cubicBezTo>
                  <a:pt x="10800" y="16200"/>
                  <a:pt x="16200" y="21600"/>
                  <a:pt x="21600" y="21600"/>
                </a:cubicBezTo>
              </a:path>
            </a:pathLst>
          </a:custGeom>
          <a:ln w="28575">
            <a:solidFill>
              <a:schemeClr val="accent1"/>
            </a:solidFill>
          </a:ln>
        </p:spPr>
        <p:txBody>
          <a:bodyPr lIns="45719" rIns="45719" anchor="ctr"/>
          <a:lstStyle/>
          <a:p>
            <a:pPr/>
          </a:p>
        </p:txBody>
      </p:sp>
      <p:sp>
        <p:nvSpPr>
          <p:cNvPr id="130" name="Google Shape;153;p20"/>
          <p:cNvSpPr/>
          <p:nvPr/>
        </p:nvSpPr>
        <p:spPr>
          <a:xfrm>
            <a:off x="7908724" y="-88700"/>
            <a:ext cx="1418702" cy="1064400"/>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0"/>
                </a:moveTo>
                <a:cubicBezTo>
                  <a:pt x="5400" y="0"/>
                  <a:pt x="10800" y="5400"/>
                  <a:pt x="10800" y="10800"/>
                </a:cubicBezTo>
                <a:cubicBezTo>
                  <a:pt x="10800" y="16200"/>
                  <a:pt x="16200" y="21600"/>
                  <a:pt x="21600" y="21600"/>
                </a:cubicBezTo>
              </a:path>
            </a:pathLst>
          </a:custGeom>
          <a:ln w="28575">
            <a:solidFill>
              <a:schemeClr val="accent1"/>
            </a:solidFill>
          </a:ln>
        </p:spPr>
        <p:txBody>
          <a:bodyPr lIns="45719" rIns="45719" anchor="ctr"/>
          <a:lstStyle/>
          <a:p>
            <a:pPr/>
          </a:p>
        </p:txBody>
      </p:sp>
      <p:sp>
        <p:nvSpPr>
          <p:cNvPr id="131"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3.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_ONLY_1">
    <p:spTree>
      <p:nvGrpSpPr>
        <p:cNvPr id="1" name=""/>
        <p:cNvGrpSpPr/>
        <p:nvPr/>
      </p:nvGrpSpPr>
      <p:grpSpPr>
        <a:xfrm>
          <a:off x="0" y="0"/>
          <a:ext cx="0" cy="0"/>
          <a:chOff x="0" y="0"/>
          <a:chExt cx="0" cy="0"/>
        </a:xfrm>
      </p:grpSpPr>
      <p:sp>
        <p:nvSpPr>
          <p:cNvPr id="138" name="Title Text"/>
          <p:cNvSpPr txBox="1"/>
          <p:nvPr>
            <p:ph type="title"/>
          </p:nvPr>
        </p:nvSpPr>
        <p:spPr>
          <a:prstGeom prst="rect">
            <a:avLst/>
          </a:prstGeom>
        </p:spPr>
        <p:txBody>
          <a:bodyPr/>
          <a:lstStyle/>
          <a:p>
            <a:pPr/>
            <a:r>
              <a:t>Title Text</a:t>
            </a:r>
          </a:p>
        </p:txBody>
      </p:sp>
      <p:sp>
        <p:nvSpPr>
          <p:cNvPr id="139" name="Google Shape;158;p21"/>
          <p:cNvSpPr/>
          <p:nvPr/>
        </p:nvSpPr>
        <p:spPr>
          <a:xfrm>
            <a:off x="7207349" y="-153176"/>
            <a:ext cx="2120402" cy="1273801"/>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0"/>
                </a:moveTo>
                <a:cubicBezTo>
                  <a:pt x="5400" y="0"/>
                  <a:pt x="10800" y="5400"/>
                  <a:pt x="10800" y="10800"/>
                </a:cubicBezTo>
                <a:cubicBezTo>
                  <a:pt x="10800" y="16200"/>
                  <a:pt x="16200" y="21600"/>
                  <a:pt x="21600" y="21600"/>
                </a:cubicBezTo>
              </a:path>
            </a:pathLst>
          </a:custGeom>
          <a:ln w="28575">
            <a:solidFill>
              <a:schemeClr val="accent1"/>
            </a:solidFill>
          </a:ln>
        </p:spPr>
        <p:txBody>
          <a:bodyPr lIns="45719" rIns="45719" anchor="ctr"/>
          <a:lstStyle/>
          <a:p>
            <a:pPr/>
          </a:p>
        </p:txBody>
      </p:sp>
      <p:sp>
        <p:nvSpPr>
          <p:cNvPr id="140"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4.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CUSTOM_16">
    <p:spTree>
      <p:nvGrpSpPr>
        <p:cNvPr id="1" name=""/>
        <p:cNvGrpSpPr/>
        <p:nvPr/>
      </p:nvGrpSpPr>
      <p:grpSpPr>
        <a:xfrm>
          <a:off x="0" y="0"/>
          <a:ext cx="0" cy="0"/>
          <a:chOff x="0" y="0"/>
          <a:chExt cx="0" cy="0"/>
        </a:xfrm>
      </p:grpSpPr>
      <p:sp>
        <p:nvSpPr>
          <p:cNvPr id="147" name="Google Shape;162;p22"/>
          <p:cNvSpPr/>
          <p:nvPr/>
        </p:nvSpPr>
        <p:spPr>
          <a:xfrm>
            <a:off x="-250225" y="4076449"/>
            <a:ext cx="1926901" cy="1161002"/>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0"/>
                </a:moveTo>
                <a:cubicBezTo>
                  <a:pt x="5400" y="0"/>
                  <a:pt x="10800" y="5400"/>
                  <a:pt x="10800" y="10800"/>
                </a:cubicBezTo>
                <a:cubicBezTo>
                  <a:pt x="10800" y="16200"/>
                  <a:pt x="16200" y="21600"/>
                  <a:pt x="21600" y="21600"/>
                </a:cubicBezTo>
              </a:path>
            </a:pathLst>
          </a:custGeom>
          <a:ln w="28575">
            <a:solidFill>
              <a:schemeClr val="accent1"/>
            </a:solidFill>
          </a:ln>
        </p:spPr>
        <p:txBody>
          <a:bodyPr lIns="45719" rIns="45719" anchor="ctr"/>
          <a:lstStyle/>
          <a:p>
            <a:pPr/>
          </a:p>
        </p:txBody>
      </p:sp>
      <p:sp>
        <p:nvSpPr>
          <p:cNvPr id="148" name="Google Shape;163;p22"/>
          <p:cNvSpPr/>
          <p:nvPr/>
        </p:nvSpPr>
        <p:spPr>
          <a:xfrm>
            <a:off x="7441149" y="-48376"/>
            <a:ext cx="1926901" cy="1161001"/>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0"/>
                </a:moveTo>
                <a:cubicBezTo>
                  <a:pt x="5400" y="0"/>
                  <a:pt x="10800" y="5400"/>
                  <a:pt x="10800" y="10800"/>
                </a:cubicBezTo>
                <a:cubicBezTo>
                  <a:pt x="10800" y="16200"/>
                  <a:pt x="16200" y="21600"/>
                  <a:pt x="21600" y="21600"/>
                </a:cubicBezTo>
              </a:path>
            </a:pathLst>
          </a:custGeom>
          <a:ln w="28575">
            <a:solidFill>
              <a:schemeClr val="accent1"/>
            </a:solidFill>
          </a:ln>
        </p:spPr>
        <p:txBody>
          <a:bodyPr lIns="45719" rIns="45719" anchor="ctr"/>
          <a:lstStyle/>
          <a:p>
            <a:pPr/>
          </a:p>
        </p:txBody>
      </p:sp>
      <p:sp>
        <p:nvSpPr>
          <p:cNvPr id="149" name="Google Shape;164;p22"/>
          <p:cNvSpPr/>
          <p:nvPr/>
        </p:nvSpPr>
        <p:spPr>
          <a:xfrm flipH="1">
            <a:off x="7454238" y="4053663"/>
            <a:ext cx="1926901" cy="1161001"/>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0"/>
                </a:moveTo>
                <a:cubicBezTo>
                  <a:pt x="5400" y="0"/>
                  <a:pt x="10800" y="5400"/>
                  <a:pt x="10800" y="10800"/>
                </a:cubicBezTo>
                <a:cubicBezTo>
                  <a:pt x="10800" y="16200"/>
                  <a:pt x="16200" y="21600"/>
                  <a:pt x="21600" y="21600"/>
                </a:cubicBezTo>
              </a:path>
            </a:pathLst>
          </a:custGeom>
          <a:ln w="28575">
            <a:solidFill>
              <a:schemeClr val="accent1"/>
            </a:solidFill>
          </a:ln>
        </p:spPr>
        <p:txBody>
          <a:bodyPr lIns="45719" rIns="45719" anchor="ctr"/>
          <a:lstStyle/>
          <a:p>
            <a:pPr/>
          </a:p>
        </p:txBody>
      </p:sp>
      <p:sp>
        <p:nvSpPr>
          <p:cNvPr id="150" name="Google Shape;165;p22"/>
          <p:cNvSpPr/>
          <p:nvPr/>
        </p:nvSpPr>
        <p:spPr>
          <a:xfrm flipH="1">
            <a:off x="-237138" y="-71163"/>
            <a:ext cx="1926902" cy="1161001"/>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0"/>
                </a:moveTo>
                <a:cubicBezTo>
                  <a:pt x="5400" y="0"/>
                  <a:pt x="10800" y="5400"/>
                  <a:pt x="10800" y="10800"/>
                </a:cubicBezTo>
                <a:cubicBezTo>
                  <a:pt x="10800" y="16200"/>
                  <a:pt x="16200" y="21600"/>
                  <a:pt x="21600" y="21600"/>
                </a:cubicBezTo>
              </a:path>
            </a:pathLst>
          </a:custGeom>
          <a:ln w="28575">
            <a:solidFill>
              <a:schemeClr val="accent1"/>
            </a:solidFill>
          </a:ln>
        </p:spPr>
        <p:txBody>
          <a:bodyPr lIns="45719" rIns="45719" anchor="ctr"/>
          <a:lstStyle/>
          <a:p>
            <a:pPr/>
          </a:p>
        </p:txBody>
      </p:sp>
      <p:sp>
        <p:nvSpPr>
          <p:cNvPr id="151" name="Title Text"/>
          <p:cNvSpPr txBox="1"/>
          <p:nvPr>
            <p:ph type="title"/>
          </p:nvPr>
        </p:nvSpPr>
        <p:spPr>
          <a:prstGeom prst="rect">
            <a:avLst/>
          </a:prstGeom>
        </p:spPr>
        <p:txBody>
          <a:bodyPr/>
          <a:lstStyle>
            <a:lvl1pPr algn="ctr"/>
          </a:lstStyle>
          <a:p>
            <a:pPr/>
            <a:r>
              <a:t>Title Text</a:t>
            </a:r>
          </a:p>
        </p:txBody>
      </p:sp>
      <p:sp>
        <p:nvSpPr>
          <p:cNvPr id="152"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5.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CUSTOM_7_1">
    <p:spTree>
      <p:nvGrpSpPr>
        <p:cNvPr id="1" name=""/>
        <p:cNvGrpSpPr/>
        <p:nvPr/>
      </p:nvGrpSpPr>
      <p:grpSpPr>
        <a:xfrm>
          <a:off x="0" y="0"/>
          <a:ext cx="0" cy="0"/>
          <a:chOff x="0" y="0"/>
          <a:chExt cx="0" cy="0"/>
        </a:xfrm>
      </p:grpSpPr>
      <p:sp>
        <p:nvSpPr>
          <p:cNvPr id="159" name="Title Text"/>
          <p:cNvSpPr txBox="1"/>
          <p:nvPr>
            <p:ph type="title"/>
          </p:nvPr>
        </p:nvSpPr>
        <p:spPr>
          <a:xfrm>
            <a:off x="803750" y="2040495"/>
            <a:ext cx="4087501" cy="673201"/>
          </a:xfrm>
          <a:prstGeom prst="rect">
            <a:avLst/>
          </a:prstGeom>
        </p:spPr>
        <p:txBody>
          <a:bodyPr/>
          <a:lstStyle/>
          <a:p>
            <a:pPr/>
            <a:r>
              <a:t>Title Text</a:t>
            </a:r>
          </a:p>
        </p:txBody>
      </p:sp>
      <p:sp>
        <p:nvSpPr>
          <p:cNvPr id="160" name="Body Level One…"/>
          <p:cNvSpPr txBox="1"/>
          <p:nvPr>
            <p:ph type="body" sz="quarter" idx="1"/>
          </p:nvPr>
        </p:nvSpPr>
        <p:spPr>
          <a:xfrm>
            <a:off x="803750" y="2693524"/>
            <a:ext cx="3159301" cy="558001"/>
          </a:xfrm>
          <a:prstGeom prst="rect">
            <a:avLst/>
          </a:prstGeom>
        </p:spPr>
        <p:txBody>
          <a:bodyPr>
            <a:normAutofit fontScale="100000" lnSpcReduction="0"/>
          </a:bodyPr>
          <a:lstStyle>
            <a:lvl1pPr marL="342900" indent="-228600">
              <a:lnSpc>
                <a:spcPct val="100000"/>
              </a:lnSpc>
              <a:buClrTx/>
              <a:buSzTx/>
              <a:buFontTx/>
              <a:buNone/>
              <a:defRPr sz="1400"/>
            </a:lvl1pPr>
            <a:lvl2pPr marL="342900" indent="254000">
              <a:lnSpc>
                <a:spcPct val="100000"/>
              </a:lnSpc>
              <a:buClrTx/>
              <a:buSzTx/>
              <a:buFontTx/>
              <a:buNone/>
              <a:defRPr sz="1400"/>
            </a:lvl2pPr>
            <a:lvl3pPr marL="342900" indent="711200">
              <a:lnSpc>
                <a:spcPct val="100000"/>
              </a:lnSpc>
              <a:buClrTx/>
              <a:buSzTx/>
              <a:buFontTx/>
              <a:buNone/>
              <a:defRPr sz="1400"/>
            </a:lvl3pPr>
            <a:lvl4pPr marL="342900" indent="1168400">
              <a:lnSpc>
                <a:spcPct val="100000"/>
              </a:lnSpc>
              <a:buClrTx/>
              <a:buSzTx/>
              <a:buFontTx/>
              <a:buNone/>
              <a:defRPr sz="1400"/>
            </a:lvl4pPr>
            <a:lvl5pPr marL="342900" indent="1625600">
              <a:lnSpc>
                <a:spcPct val="100000"/>
              </a:lnSpc>
              <a:buClrTx/>
              <a:buSzTx/>
              <a:buFontTx/>
              <a:buNone/>
              <a:defRPr sz="1400"/>
            </a:lvl5pPr>
          </a:lstStyle>
          <a:p>
            <a:pPr/>
            <a:r>
              <a:t>Body Level One</a:t>
            </a:r>
          </a:p>
          <a:p>
            <a:pPr lvl="1"/>
            <a:r>
              <a:t>Body Level Two</a:t>
            </a:r>
          </a:p>
          <a:p>
            <a:pPr lvl="2"/>
            <a:r>
              <a:t>Body Level Three</a:t>
            </a:r>
          </a:p>
          <a:p>
            <a:pPr lvl="3"/>
            <a:r>
              <a:t>Body Level Four</a:t>
            </a:r>
          </a:p>
          <a:p>
            <a:pPr lvl="4"/>
            <a:r>
              <a:t>Body Level Five</a:t>
            </a:r>
          </a:p>
        </p:txBody>
      </p:sp>
      <p:sp>
        <p:nvSpPr>
          <p:cNvPr id="161"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6.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CUSTOM_7_2">
    <p:spTree>
      <p:nvGrpSpPr>
        <p:cNvPr id="1" name=""/>
        <p:cNvGrpSpPr/>
        <p:nvPr/>
      </p:nvGrpSpPr>
      <p:grpSpPr>
        <a:xfrm>
          <a:off x="0" y="0"/>
          <a:ext cx="0" cy="0"/>
          <a:chOff x="0" y="0"/>
          <a:chExt cx="0" cy="0"/>
        </a:xfrm>
      </p:grpSpPr>
      <p:sp>
        <p:nvSpPr>
          <p:cNvPr id="168" name="Title Text"/>
          <p:cNvSpPr txBox="1"/>
          <p:nvPr>
            <p:ph type="title"/>
          </p:nvPr>
        </p:nvSpPr>
        <p:spPr>
          <a:xfrm>
            <a:off x="4490149" y="2047725"/>
            <a:ext cx="3364202" cy="628800"/>
          </a:xfrm>
          <a:prstGeom prst="rect">
            <a:avLst/>
          </a:prstGeom>
        </p:spPr>
        <p:txBody>
          <a:bodyPr/>
          <a:lstStyle>
            <a:lvl1pPr algn="r"/>
          </a:lstStyle>
          <a:p>
            <a:pPr/>
            <a:r>
              <a:t>Title Text</a:t>
            </a:r>
          </a:p>
        </p:txBody>
      </p:sp>
      <p:sp>
        <p:nvSpPr>
          <p:cNvPr id="169" name="Body Level One…"/>
          <p:cNvSpPr txBox="1"/>
          <p:nvPr>
            <p:ph type="body" sz="quarter" idx="1"/>
          </p:nvPr>
        </p:nvSpPr>
        <p:spPr>
          <a:xfrm>
            <a:off x="4855550" y="2694825"/>
            <a:ext cx="2998801" cy="558001"/>
          </a:xfrm>
          <a:prstGeom prst="rect">
            <a:avLst/>
          </a:prstGeom>
        </p:spPr>
        <p:txBody>
          <a:bodyPr>
            <a:normAutofit fontScale="100000" lnSpcReduction="0"/>
          </a:bodyPr>
          <a:lstStyle>
            <a:lvl1pPr marL="342900" indent="-228600" algn="r">
              <a:lnSpc>
                <a:spcPct val="100000"/>
              </a:lnSpc>
              <a:buClrTx/>
              <a:buSzTx/>
              <a:buFontTx/>
              <a:buNone/>
              <a:defRPr sz="1400"/>
            </a:lvl1pPr>
            <a:lvl2pPr marL="342900" indent="254000" algn="r">
              <a:lnSpc>
                <a:spcPct val="100000"/>
              </a:lnSpc>
              <a:buClrTx/>
              <a:buSzTx/>
              <a:buFontTx/>
              <a:buNone/>
              <a:defRPr sz="1400"/>
            </a:lvl2pPr>
            <a:lvl3pPr marL="342900" indent="711200" algn="r">
              <a:lnSpc>
                <a:spcPct val="100000"/>
              </a:lnSpc>
              <a:buClrTx/>
              <a:buSzTx/>
              <a:buFontTx/>
              <a:buNone/>
              <a:defRPr sz="1400"/>
            </a:lvl3pPr>
            <a:lvl4pPr marL="342900" indent="1168400" algn="r">
              <a:lnSpc>
                <a:spcPct val="100000"/>
              </a:lnSpc>
              <a:buClrTx/>
              <a:buSzTx/>
              <a:buFontTx/>
              <a:buNone/>
              <a:defRPr sz="1400"/>
            </a:lvl4pPr>
            <a:lvl5pPr marL="342900" indent="1625600" algn="r">
              <a:lnSpc>
                <a:spcPct val="100000"/>
              </a:lnSpc>
              <a:buClrTx/>
              <a:buSzTx/>
              <a:buFontTx/>
              <a:buNone/>
              <a:defRPr sz="1400"/>
            </a:lvl5pPr>
          </a:lstStyle>
          <a:p>
            <a:pPr/>
            <a:r>
              <a:t>Body Level One</a:t>
            </a:r>
          </a:p>
          <a:p>
            <a:pPr lvl="1"/>
            <a:r>
              <a:t>Body Level Two</a:t>
            </a:r>
          </a:p>
          <a:p>
            <a:pPr lvl="2"/>
            <a:r>
              <a:t>Body Level Three</a:t>
            </a:r>
          </a:p>
          <a:p>
            <a:pPr lvl="3"/>
            <a:r>
              <a:t>Body Level Four</a:t>
            </a:r>
          </a:p>
          <a:p>
            <a:pPr lvl="4"/>
            <a:r>
              <a:t>Body Level Five</a:t>
            </a:r>
          </a:p>
        </p:txBody>
      </p:sp>
      <p:sp>
        <p:nvSpPr>
          <p:cNvPr id="170"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7.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CUSTOM_31">
    <p:spTree>
      <p:nvGrpSpPr>
        <p:cNvPr id="1" name=""/>
        <p:cNvGrpSpPr/>
        <p:nvPr/>
      </p:nvGrpSpPr>
      <p:grpSpPr>
        <a:xfrm>
          <a:off x="0" y="0"/>
          <a:ext cx="0" cy="0"/>
          <a:chOff x="0" y="0"/>
          <a:chExt cx="0" cy="0"/>
        </a:xfrm>
      </p:grpSpPr>
      <p:sp>
        <p:nvSpPr>
          <p:cNvPr id="177" name="Title Text"/>
          <p:cNvSpPr txBox="1"/>
          <p:nvPr>
            <p:ph type="title"/>
          </p:nvPr>
        </p:nvSpPr>
        <p:spPr>
          <a:xfrm>
            <a:off x="1244250" y="445025"/>
            <a:ext cx="6655500" cy="572701"/>
          </a:xfrm>
          <a:prstGeom prst="rect">
            <a:avLst/>
          </a:prstGeom>
        </p:spPr>
        <p:txBody>
          <a:bodyPr/>
          <a:lstStyle>
            <a:lvl1pPr algn="ctr"/>
          </a:lstStyle>
          <a:p>
            <a:pPr/>
            <a:r>
              <a:t>Title Text</a:t>
            </a:r>
          </a:p>
        </p:txBody>
      </p:sp>
      <p:sp>
        <p:nvSpPr>
          <p:cNvPr id="178" name="Body Level One…"/>
          <p:cNvSpPr txBox="1"/>
          <p:nvPr>
            <p:ph type="body" sz="quarter" idx="1"/>
          </p:nvPr>
        </p:nvSpPr>
        <p:spPr>
          <a:xfrm>
            <a:off x="3509000" y="3398751"/>
            <a:ext cx="2126101" cy="444001"/>
          </a:xfrm>
          <a:prstGeom prst="rect">
            <a:avLst/>
          </a:prstGeom>
        </p:spPr>
        <p:txBody>
          <a:bodyPr>
            <a:normAutofit fontScale="100000" lnSpcReduction="0"/>
          </a:bodyPr>
          <a:lstStyle>
            <a:lvl1pPr marL="342900" indent="-228600" algn="ctr">
              <a:lnSpc>
                <a:spcPct val="100000"/>
              </a:lnSpc>
              <a:buClrTx/>
              <a:buSzTx/>
              <a:buFontTx/>
              <a:buNone/>
              <a:defRPr sz="2400">
                <a:latin typeface="Vidaloka"/>
                <a:ea typeface="Vidaloka"/>
                <a:cs typeface="Vidaloka"/>
                <a:sym typeface="Vidaloka"/>
              </a:defRPr>
            </a:lvl1pPr>
            <a:lvl2pPr marL="342900" indent="254000" algn="ctr">
              <a:lnSpc>
                <a:spcPct val="100000"/>
              </a:lnSpc>
              <a:buClrTx/>
              <a:buSzTx/>
              <a:buFontTx/>
              <a:buNone/>
              <a:defRPr sz="2400">
                <a:latin typeface="Vidaloka"/>
                <a:ea typeface="Vidaloka"/>
                <a:cs typeface="Vidaloka"/>
                <a:sym typeface="Vidaloka"/>
              </a:defRPr>
            </a:lvl2pPr>
            <a:lvl3pPr marL="342900" indent="711200" algn="ctr">
              <a:lnSpc>
                <a:spcPct val="100000"/>
              </a:lnSpc>
              <a:buClrTx/>
              <a:buSzTx/>
              <a:buFontTx/>
              <a:buNone/>
              <a:defRPr sz="2400">
                <a:latin typeface="Vidaloka"/>
                <a:ea typeface="Vidaloka"/>
                <a:cs typeface="Vidaloka"/>
                <a:sym typeface="Vidaloka"/>
              </a:defRPr>
            </a:lvl3pPr>
            <a:lvl4pPr marL="342900" indent="1168400" algn="ctr">
              <a:lnSpc>
                <a:spcPct val="100000"/>
              </a:lnSpc>
              <a:buClrTx/>
              <a:buSzTx/>
              <a:buFontTx/>
              <a:buNone/>
              <a:defRPr sz="2400">
                <a:latin typeface="Vidaloka"/>
                <a:ea typeface="Vidaloka"/>
                <a:cs typeface="Vidaloka"/>
                <a:sym typeface="Vidaloka"/>
              </a:defRPr>
            </a:lvl4pPr>
            <a:lvl5pPr marL="342900" indent="1625600" algn="ctr">
              <a:lnSpc>
                <a:spcPct val="100000"/>
              </a:lnSpc>
              <a:buClrTx/>
              <a:buSzTx/>
              <a:buFontTx/>
              <a:buNone/>
              <a:defRPr sz="2400">
                <a:latin typeface="Vidaloka"/>
                <a:ea typeface="Vidaloka"/>
                <a:cs typeface="Vidaloka"/>
                <a:sym typeface="Vidaloka"/>
              </a:defRPr>
            </a:lvl5pPr>
          </a:lstStyle>
          <a:p>
            <a:pPr/>
            <a:r>
              <a:t>Body Level One</a:t>
            </a:r>
          </a:p>
          <a:p>
            <a:pPr lvl="1"/>
            <a:r>
              <a:t>Body Level Two</a:t>
            </a:r>
          </a:p>
          <a:p>
            <a:pPr lvl="2"/>
            <a:r>
              <a:t>Body Level Three</a:t>
            </a:r>
          </a:p>
          <a:p>
            <a:pPr lvl="3"/>
            <a:r>
              <a:t>Body Level Four</a:t>
            </a:r>
          </a:p>
          <a:p>
            <a:pPr lvl="4"/>
            <a:r>
              <a:t>Body Level Five</a:t>
            </a:r>
          </a:p>
        </p:txBody>
      </p:sp>
      <p:sp>
        <p:nvSpPr>
          <p:cNvPr id="179" name="Google Shape;439;p48"/>
          <p:cNvSpPr/>
          <p:nvPr/>
        </p:nvSpPr>
        <p:spPr>
          <a:xfrm>
            <a:off x="-250225" y="4076449"/>
            <a:ext cx="1926901" cy="1161002"/>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0"/>
                </a:moveTo>
                <a:cubicBezTo>
                  <a:pt x="5400" y="0"/>
                  <a:pt x="10800" y="5400"/>
                  <a:pt x="10800" y="10800"/>
                </a:cubicBezTo>
                <a:cubicBezTo>
                  <a:pt x="10800" y="16200"/>
                  <a:pt x="16200" y="21600"/>
                  <a:pt x="21600" y="21600"/>
                </a:cubicBezTo>
              </a:path>
            </a:pathLst>
          </a:custGeom>
          <a:ln w="28575">
            <a:solidFill>
              <a:schemeClr val="accent1"/>
            </a:solidFill>
          </a:ln>
        </p:spPr>
        <p:txBody>
          <a:bodyPr lIns="45719" rIns="45719" anchor="ctr"/>
          <a:lstStyle/>
          <a:p>
            <a:pPr/>
          </a:p>
        </p:txBody>
      </p:sp>
      <p:sp>
        <p:nvSpPr>
          <p:cNvPr id="180" name="Google Shape;440;p48"/>
          <p:cNvSpPr/>
          <p:nvPr/>
        </p:nvSpPr>
        <p:spPr>
          <a:xfrm>
            <a:off x="7441149" y="-48376"/>
            <a:ext cx="1926901" cy="1161001"/>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0"/>
                </a:moveTo>
                <a:cubicBezTo>
                  <a:pt x="5400" y="0"/>
                  <a:pt x="10800" y="5400"/>
                  <a:pt x="10800" y="10800"/>
                </a:cubicBezTo>
                <a:cubicBezTo>
                  <a:pt x="10800" y="16200"/>
                  <a:pt x="16200" y="21600"/>
                  <a:pt x="21600" y="21600"/>
                </a:cubicBezTo>
              </a:path>
            </a:pathLst>
          </a:custGeom>
          <a:ln w="28575">
            <a:solidFill>
              <a:schemeClr val="accent1"/>
            </a:solidFill>
          </a:ln>
        </p:spPr>
        <p:txBody>
          <a:bodyPr lIns="45719" rIns="45719" anchor="ctr"/>
          <a:lstStyle/>
          <a:p>
            <a:pPr/>
          </a:p>
        </p:txBody>
      </p:sp>
      <p:sp>
        <p:nvSpPr>
          <p:cNvPr id="181"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8.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0" showMasterPhAnim="1">
  <p:cSld name="CUSTOM_10">
    <p:spTree>
      <p:nvGrpSpPr>
        <p:cNvPr id="1" name=""/>
        <p:cNvGrpSpPr/>
        <p:nvPr/>
      </p:nvGrpSpPr>
      <p:grpSpPr>
        <a:xfrm>
          <a:off x="0" y="0"/>
          <a:ext cx="0" cy="0"/>
          <a:chOff x="0" y="0"/>
          <a:chExt cx="0" cy="0"/>
        </a:xfrm>
      </p:grpSpPr>
      <p:sp>
        <p:nvSpPr>
          <p:cNvPr id="188" name="Google Shape;450;p50"/>
          <p:cNvSpPr/>
          <p:nvPr/>
        </p:nvSpPr>
        <p:spPr>
          <a:xfrm>
            <a:off x="-72550" y="4877449"/>
            <a:ext cx="9287401" cy="1"/>
          </a:xfrm>
          <a:prstGeom prst="line">
            <a:avLst/>
          </a:prstGeom>
          <a:ln w="28575">
            <a:solidFill>
              <a:schemeClr val="accent1"/>
            </a:solidFill>
          </a:ln>
        </p:spPr>
        <p:txBody>
          <a:bodyPr lIns="45719" rIns="45719"/>
          <a:lstStyle/>
          <a:p>
            <a:pPr/>
          </a:p>
        </p:txBody>
      </p:sp>
      <p:sp>
        <p:nvSpPr>
          <p:cNvPr id="189" name="Google Shape;451;p50"/>
          <p:cNvSpPr/>
          <p:nvPr/>
        </p:nvSpPr>
        <p:spPr>
          <a:xfrm>
            <a:off x="-72550" y="274100"/>
            <a:ext cx="9287401" cy="1"/>
          </a:xfrm>
          <a:prstGeom prst="line">
            <a:avLst/>
          </a:prstGeom>
          <a:ln w="28575">
            <a:solidFill>
              <a:schemeClr val="accent1"/>
            </a:solidFill>
          </a:ln>
        </p:spPr>
        <p:txBody>
          <a:bodyPr lIns="45719" rIns="45719"/>
          <a:lstStyle/>
          <a:p>
            <a:pPr/>
          </a:p>
        </p:txBody>
      </p:sp>
      <p:sp>
        <p:nvSpPr>
          <p:cNvPr id="190"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9.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0" showMasterPhAnim="1">
  <p:cSld name="CUSTOM_10_1">
    <p:spTree>
      <p:nvGrpSpPr>
        <p:cNvPr id="1" name=""/>
        <p:cNvGrpSpPr/>
        <p:nvPr/>
      </p:nvGrpSpPr>
      <p:grpSpPr>
        <a:xfrm>
          <a:off x="0" y="0"/>
          <a:ext cx="0" cy="0"/>
          <a:chOff x="0" y="0"/>
          <a:chExt cx="0" cy="0"/>
        </a:xfrm>
      </p:grpSpPr>
      <p:sp>
        <p:nvSpPr>
          <p:cNvPr id="197" name="Google Shape;453;p51"/>
          <p:cNvSpPr/>
          <p:nvPr/>
        </p:nvSpPr>
        <p:spPr>
          <a:xfrm>
            <a:off x="-72550" y="4877449"/>
            <a:ext cx="9287401" cy="1"/>
          </a:xfrm>
          <a:prstGeom prst="line">
            <a:avLst/>
          </a:prstGeom>
          <a:ln w="28575">
            <a:solidFill>
              <a:schemeClr val="accent1"/>
            </a:solidFill>
          </a:ln>
        </p:spPr>
        <p:txBody>
          <a:bodyPr lIns="45719" rIns="45719"/>
          <a:lstStyle/>
          <a:p>
            <a:pPr/>
          </a:p>
        </p:txBody>
      </p:sp>
      <p:sp>
        <p:nvSpPr>
          <p:cNvPr id="198" name="Google Shape;454;p51"/>
          <p:cNvSpPr/>
          <p:nvPr/>
        </p:nvSpPr>
        <p:spPr>
          <a:xfrm>
            <a:off x="-72550" y="274100"/>
            <a:ext cx="9287401" cy="1"/>
          </a:xfrm>
          <a:prstGeom prst="line">
            <a:avLst/>
          </a:prstGeom>
          <a:ln w="28575">
            <a:solidFill>
              <a:schemeClr val="accent1"/>
            </a:solidFill>
          </a:ln>
        </p:spPr>
        <p:txBody>
          <a:bodyPr lIns="45719" rIns="45719"/>
          <a:lstStyle/>
          <a:p>
            <a:pPr/>
          </a:p>
        </p:txBody>
      </p:sp>
      <p:sp>
        <p:nvSpPr>
          <p:cNvPr id="199" name="Google Shape;455;p51"/>
          <p:cNvSpPr/>
          <p:nvPr/>
        </p:nvSpPr>
        <p:spPr>
          <a:xfrm>
            <a:off x="7434174" y="-125601"/>
            <a:ext cx="1993201" cy="1330202"/>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0"/>
                </a:moveTo>
                <a:cubicBezTo>
                  <a:pt x="5400" y="0"/>
                  <a:pt x="10800" y="5400"/>
                  <a:pt x="10800" y="10800"/>
                </a:cubicBezTo>
                <a:cubicBezTo>
                  <a:pt x="10800" y="16200"/>
                  <a:pt x="16200" y="21600"/>
                  <a:pt x="21600" y="21600"/>
                </a:cubicBezTo>
              </a:path>
            </a:pathLst>
          </a:custGeom>
          <a:ln w="28575">
            <a:solidFill>
              <a:schemeClr val="accent1"/>
            </a:solidFill>
          </a:ln>
        </p:spPr>
        <p:txBody>
          <a:bodyPr lIns="45719" rIns="45719" anchor="ctr"/>
          <a:lstStyle/>
          <a:p>
            <a:pPr/>
          </a:p>
        </p:txBody>
      </p:sp>
      <p:sp>
        <p:nvSpPr>
          <p:cNvPr id="200" name="Google Shape;456;p51"/>
          <p:cNvSpPr/>
          <p:nvPr/>
        </p:nvSpPr>
        <p:spPr>
          <a:xfrm>
            <a:off x="-147276" y="3943475"/>
            <a:ext cx="1993202" cy="1330201"/>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0"/>
                </a:moveTo>
                <a:cubicBezTo>
                  <a:pt x="5400" y="0"/>
                  <a:pt x="10800" y="5400"/>
                  <a:pt x="10800" y="10800"/>
                </a:cubicBezTo>
                <a:cubicBezTo>
                  <a:pt x="10800" y="16200"/>
                  <a:pt x="16200" y="21600"/>
                  <a:pt x="21600" y="21600"/>
                </a:cubicBezTo>
              </a:path>
            </a:pathLst>
          </a:custGeom>
          <a:ln w="28575">
            <a:solidFill>
              <a:schemeClr val="accent1"/>
            </a:solidFill>
          </a:ln>
        </p:spPr>
        <p:txBody>
          <a:bodyPr lIns="45719" rIns="45719" anchor="ctr"/>
          <a:lstStyle/>
          <a:p>
            <a:pPr/>
          </a:p>
        </p:txBody>
      </p:sp>
      <p:sp>
        <p:nvSpPr>
          <p:cNvPr id="201"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20.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0" showMasterPhAnim="1">
  <p:cSld name="CUSTOM_10_1_1">
    <p:spTree>
      <p:nvGrpSpPr>
        <p:cNvPr id="1" name=""/>
        <p:cNvGrpSpPr/>
        <p:nvPr/>
      </p:nvGrpSpPr>
      <p:grpSpPr>
        <a:xfrm>
          <a:off x="0" y="0"/>
          <a:ext cx="0" cy="0"/>
          <a:chOff x="0" y="0"/>
          <a:chExt cx="0" cy="0"/>
        </a:xfrm>
      </p:grpSpPr>
      <p:sp>
        <p:nvSpPr>
          <p:cNvPr id="208" name="Google Shape;458;p52"/>
          <p:cNvSpPr/>
          <p:nvPr/>
        </p:nvSpPr>
        <p:spPr>
          <a:xfrm>
            <a:off x="-72550" y="4877449"/>
            <a:ext cx="9287401" cy="1"/>
          </a:xfrm>
          <a:prstGeom prst="line">
            <a:avLst/>
          </a:prstGeom>
          <a:ln w="28575">
            <a:solidFill>
              <a:schemeClr val="accent1"/>
            </a:solidFill>
          </a:ln>
        </p:spPr>
        <p:txBody>
          <a:bodyPr lIns="45719" rIns="45719"/>
          <a:lstStyle/>
          <a:p>
            <a:pPr/>
          </a:p>
        </p:txBody>
      </p:sp>
      <p:sp>
        <p:nvSpPr>
          <p:cNvPr id="209" name="Google Shape;459;p52"/>
          <p:cNvSpPr/>
          <p:nvPr/>
        </p:nvSpPr>
        <p:spPr>
          <a:xfrm>
            <a:off x="-72550" y="274100"/>
            <a:ext cx="9287401" cy="1"/>
          </a:xfrm>
          <a:prstGeom prst="line">
            <a:avLst/>
          </a:prstGeom>
          <a:ln w="28575">
            <a:solidFill>
              <a:schemeClr val="accent1"/>
            </a:solidFill>
          </a:ln>
        </p:spPr>
        <p:txBody>
          <a:bodyPr lIns="45719" rIns="45719"/>
          <a:lstStyle/>
          <a:p>
            <a:pPr/>
          </a:p>
        </p:txBody>
      </p:sp>
      <p:sp>
        <p:nvSpPr>
          <p:cNvPr id="210" name="Google Shape;460;p52"/>
          <p:cNvSpPr/>
          <p:nvPr/>
        </p:nvSpPr>
        <p:spPr>
          <a:xfrm flipH="1">
            <a:off x="6772150" y="3663450"/>
            <a:ext cx="2823301" cy="1633200"/>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0"/>
                </a:moveTo>
                <a:cubicBezTo>
                  <a:pt x="5400" y="0"/>
                  <a:pt x="10800" y="5400"/>
                  <a:pt x="10800" y="10800"/>
                </a:cubicBezTo>
                <a:cubicBezTo>
                  <a:pt x="10800" y="16200"/>
                  <a:pt x="16200" y="21600"/>
                  <a:pt x="21600" y="21600"/>
                </a:cubicBezTo>
              </a:path>
            </a:pathLst>
          </a:custGeom>
          <a:ln w="28575">
            <a:solidFill>
              <a:schemeClr val="accent1"/>
            </a:solidFill>
          </a:ln>
        </p:spPr>
        <p:txBody>
          <a:bodyPr lIns="45719" rIns="45719" anchor="ctr"/>
          <a:lstStyle/>
          <a:p>
            <a:pPr/>
          </a:p>
        </p:txBody>
      </p:sp>
      <p:sp>
        <p:nvSpPr>
          <p:cNvPr id="211"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21.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CUSTOM_30">
    <p:spTree>
      <p:nvGrpSpPr>
        <p:cNvPr id="1" name=""/>
        <p:cNvGrpSpPr/>
        <p:nvPr/>
      </p:nvGrpSpPr>
      <p:grpSpPr>
        <a:xfrm>
          <a:off x="0" y="0"/>
          <a:ext cx="0" cy="0"/>
          <a:chOff x="0" y="0"/>
          <a:chExt cx="0" cy="0"/>
        </a:xfrm>
      </p:grpSpPr>
      <p:sp>
        <p:nvSpPr>
          <p:cNvPr id="218" name="Google Shape;464;p53"/>
          <p:cNvSpPr/>
          <p:nvPr/>
        </p:nvSpPr>
        <p:spPr>
          <a:xfrm>
            <a:off x="-250225" y="4076449"/>
            <a:ext cx="1926901" cy="1161002"/>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0"/>
                </a:moveTo>
                <a:cubicBezTo>
                  <a:pt x="5400" y="0"/>
                  <a:pt x="10800" y="5400"/>
                  <a:pt x="10800" y="10800"/>
                </a:cubicBezTo>
                <a:cubicBezTo>
                  <a:pt x="10800" y="16200"/>
                  <a:pt x="16200" y="21600"/>
                  <a:pt x="21600" y="21600"/>
                </a:cubicBezTo>
              </a:path>
            </a:pathLst>
          </a:custGeom>
          <a:ln w="28575">
            <a:solidFill>
              <a:schemeClr val="accent1"/>
            </a:solidFill>
          </a:ln>
        </p:spPr>
        <p:txBody>
          <a:bodyPr lIns="45719" rIns="45719" anchor="ctr"/>
          <a:lstStyle/>
          <a:p>
            <a:pPr/>
          </a:p>
        </p:txBody>
      </p:sp>
      <p:sp>
        <p:nvSpPr>
          <p:cNvPr id="219" name="Google Shape;465;p53"/>
          <p:cNvSpPr/>
          <p:nvPr/>
        </p:nvSpPr>
        <p:spPr>
          <a:xfrm>
            <a:off x="7441149" y="-48376"/>
            <a:ext cx="1926901" cy="1161001"/>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0"/>
                </a:moveTo>
                <a:cubicBezTo>
                  <a:pt x="5400" y="0"/>
                  <a:pt x="10800" y="5400"/>
                  <a:pt x="10800" y="10800"/>
                </a:cubicBezTo>
                <a:cubicBezTo>
                  <a:pt x="10800" y="16200"/>
                  <a:pt x="16200" y="21600"/>
                  <a:pt x="21600" y="21600"/>
                </a:cubicBezTo>
              </a:path>
            </a:pathLst>
          </a:custGeom>
          <a:ln w="28575">
            <a:solidFill>
              <a:schemeClr val="accent1"/>
            </a:solidFill>
          </a:ln>
        </p:spPr>
        <p:txBody>
          <a:bodyPr lIns="45719" rIns="45719" anchor="ctr"/>
          <a:lstStyle/>
          <a:p>
            <a:pPr/>
          </a:p>
        </p:txBody>
      </p:sp>
      <p:sp>
        <p:nvSpPr>
          <p:cNvPr id="220" name="Google Shape;466;p53"/>
          <p:cNvSpPr/>
          <p:nvPr/>
        </p:nvSpPr>
        <p:spPr>
          <a:xfrm flipH="1">
            <a:off x="7454238" y="4053663"/>
            <a:ext cx="1926901" cy="1161001"/>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0"/>
                </a:moveTo>
                <a:cubicBezTo>
                  <a:pt x="5400" y="0"/>
                  <a:pt x="10800" y="5400"/>
                  <a:pt x="10800" y="10800"/>
                </a:cubicBezTo>
                <a:cubicBezTo>
                  <a:pt x="10800" y="16200"/>
                  <a:pt x="16200" y="21600"/>
                  <a:pt x="21600" y="21600"/>
                </a:cubicBezTo>
              </a:path>
            </a:pathLst>
          </a:custGeom>
          <a:ln w="28575">
            <a:solidFill>
              <a:schemeClr val="accent1"/>
            </a:solidFill>
          </a:ln>
        </p:spPr>
        <p:txBody>
          <a:bodyPr lIns="45719" rIns="45719" anchor="ctr"/>
          <a:lstStyle/>
          <a:p>
            <a:pPr/>
          </a:p>
        </p:txBody>
      </p:sp>
      <p:sp>
        <p:nvSpPr>
          <p:cNvPr id="221" name="Google Shape;467;p53"/>
          <p:cNvSpPr/>
          <p:nvPr/>
        </p:nvSpPr>
        <p:spPr>
          <a:xfrm flipH="1">
            <a:off x="-237138" y="-71163"/>
            <a:ext cx="1926902" cy="1161001"/>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0"/>
                </a:moveTo>
                <a:cubicBezTo>
                  <a:pt x="5400" y="0"/>
                  <a:pt x="10800" y="5400"/>
                  <a:pt x="10800" y="10800"/>
                </a:cubicBezTo>
                <a:cubicBezTo>
                  <a:pt x="10800" y="16200"/>
                  <a:pt x="16200" y="21600"/>
                  <a:pt x="21600" y="21600"/>
                </a:cubicBezTo>
              </a:path>
            </a:pathLst>
          </a:custGeom>
          <a:ln w="28575">
            <a:solidFill>
              <a:schemeClr val="accent1"/>
            </a:solidFill>
          </a:ln>
        </p:spPr>
        <p:txBody>
          <a:bodyPr lIns="45719" rIns="45719" anchor="ctr"/>
          <a:lstStyle/>
          <a:p>
            <a:pPr/>
          </a:p>
        </p:txBody>
      </p:sp>
      <p:sp>
        <p:nvSpPr>
          <p:cNvPr id="222"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 Id="rId9" Type="http://schemas.openxmlformats.org/officeDocument/2006/relationships/slideLayout" Target="../slideLayouts/slideLayout8.xml"/><Relationship Id="rId10" Type="http://schemas.openxmlformats.org/officeDocument/2006/relationships/slideLayout" Target="../slideLayouts/slideLayout9.xml"/><Relationship Id="rId11" Type="http://schemas.openxmlformats.org/officeDocument/2006/relationships/slideLayout" Target="../slideLayouts/slideLayout10.xml"/><Relationship Id="rId12" Type="http://schemas.openxmlformats.org/officeDocument/2006/relationships/slideLayout" Target="../slideLayouts/slideLayout11.xml"/><Relationship Id="rId13" Type="http://schemas.openxmlformats.org/officeDocument/2006/relationships/slideLayout" Target="../slideLayouts/slideLayout12.xml"/><Relationship Id="rId14" Type="http://schemas.openxmlformats.org/officeDocument/2006/relationships/slideLayout" Target="../slideLayouts/slideLayout13.xml"/><Relationship Id="rId15" Type="http://schemas.openxmlformats.org/officeDocument/2006/relationships/slideLayout" Target="../slideLayouts/slideLayout14.xml"/><Relationship Id="rId16" Type="http://schemas.openxmlformats.org/officeDocument/2006/relationships/slideLayout" Target="../slideLayouts/slideLayout15.xml"/><Relationship Id="rId17" Type="http://schemas.openxmlformats.org/officeDocument/2006/relationships/slideLayout" Target="../slideLayouts/slideLayout16.xml"/><Relationship Id="rId18" Type="http://schemas.openxmlformats.org/officeDocument/2006/relationships/slideLayout" Target="../slideLayouts/slideLayout17.xml"/><Relationship Id="rId19" Type="http://schemas.openxmlformats.org/officeDocument/2006/relationships/slideLayout" Target="../slideLayouts/slideLayout18.xml"/><Relationship Id="rId20" Type="http://schemas.openxmlformats.org/officeDocument/2006/relationships/slideLayout" Target="../slideLayouts/slideLayout19.xml"/><Relationship Id="rId21" Type="http://schemas.openxmlformats.org/officeDocument/2006/relationships/slideLayout" Target="../slideLayouts/slideLayout20.xml"/><Relationship Id="rId22" Type="http://schemas.openxmlformats.org/officeDocument/2006/relationships/slideLayout" Target="../slideLayouts/slideLayout21.xml"/></Relationships>

</file>

<file path=ppt/slideMasters/slideMaster1.xml><?xml version="1.0" encoding="utf-8"?>
<p:sldMaste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cSld>
    <p:bg>
      <p:bgPr>
        <a:solidFill>
          <a:srgbClr val="F5F2EE"/>
        </a:solidFill>
      </p:bgPr>
    </p:bg>
    <p:spTree>
      <p:nvGrpSpPr>
        <p:cNvPr id="1" name=""/>
        <p:cNvGrpSpPr/>
        <p:nvPr/>
      </p:nvGrpSpPr>
      <p:grpSpPr>
        <a:xfrm>
          <a:off x="0" y="0"/>
          <a:ext cx="0" cy="0"/>
          <a:chOff x="0" y="0"/>
          <a:chExt cx="0" cy="0"/>
        </a:xfrm>
      </p:grpSpPr>
      <p:sp>
        <p:nvSpPr>
          <p:cNvPr id="2" name="Title Text"/>
          <p:cNvSpPr txBox="1"/>
          <p:nvPr>
            <p:ph type="title"/>
          </p:nvPr>
        </p:nvSpPr>
        <p:spPr>
          <a:xfrm>
            <a:off x="713225" y="445025"/>
            <a:ext cx="7717501" cy="572701"/>
          </a:xfrm>
          <a:prstGeom prst="rect">
            <a:avLst/>
          </a:prstGeom>
          <a:ln w="12700">
            <a:miter lim="400000"/>
          </a:ln>
          <a:extLst>
            <a:ext uri="{C572A759-6A51-4108-AA02-DFA0A04FC94B}">
              <ma14:wrappingTextBoxFlag xmlns:ma14="http://schemas.microsoft.com/office/mac/drawingml/2011/main" val="1"/>
            </a:ext>
          </a:extLst>
        </p:spPr>
        <p:txBody>
          <a:bodyPr lIns="91424" tIns="91424" rIns="91424" bIns="91424">
            <a:normAutofit fontScale="100000" lnSpcReduction="0"/>
          </a:bodyPr>
          <a:lstStyle>
            <a:lvl1pPr rtl="1">
              <a:defRPr/>
            </a:lvl1pPr>
          </a:lstStyle>
          <a:p>
            <a:pPr/>
            <a:r>
              <a:t>Title Text</a:t>
            </a:r>
          </a:p>
        </p:txBody>
      </p:sp>
      <p:sp>
        <p:nvSpPr>
          <p:cNvPr id="3" name="Google Shape;40;p6"/>
          <p:cNvSpPr/>
          <p:nvPr/>
        </p:nvSpPr>
        <p:spPr>
          <a:xfrm>
            <a:off x="-72550" y="274100"/>
            <a:ext cx="9287401" cy="1"/>
          </a:xfrm>
          <a:prstGeom prst="line">
            <a:avLst/>
          </a:prstGeom>
          <a:ln w="28575">
            <a:solidFill>
              <a:schemeClr val="accent1"/>
            </a:solidFill>
          </a:ln>
        </p:spPr>
        <p:txBody>
          <a:bodyPr lIns="45719" rIns="45719"/>
          <a:lstStyle/>
          <a:p>
            <a:pPr/>
          </a:p>
        </p:txBody>
      </p:sp>
      <p:sp>
        <p:nvSpPr>
          <p:cNvPr id="4" name="Google Shape;41;p6"/>
          <p:cNvSpPr/>
          <p:nvPr/>
        </p:nvSpPr>
        <p:spPr>
          <a:xfrm>
            <a:off x="-72550" y="4877449"/>
            <a:ext cx="9287401" cy="1"/>
          </a:xfrm>
          <a:prstGeom prst="line">
            <a:avLst/>
          </a:prstGeom>
          <a:ln w="28575">
            <a:solidFill>
              <a:schemeClr val="accent1"/>
            </a:solidFill>
          </a:ln>
        </p:spPr>
        <p:txBody>
          <a:bodyPr lIns="45719" rIns="45719"/>
          <a:lstStyle/>
          <a:p>
            <a:pPr/>
          </a:p>
        </p:txBody>
      </p:sp>
      <p:sp>
        <p:nvSpPr>
          <p:cNvPr id="5" name="Body Level One…"/>
          <p:cNvSpPr txBox="1"/>
          <p:nvPr>
            <p:ph type="body" idx="1"/>
          </p:nvPr>
        </p:nvSpPr>
        <p:spPr>
          <a:xfrm>
            <a:off x="457200" y="1200150"/>
            <a:ext cx="8229600" cy="3943350"/>
          </a:xfrm>
          <a:prstGeom prst="rect">
            <a:avLst/>
          </a:prstGeom>
          <a:ln w="12700">
            <a:miter lim="400000"/>
          </a:ln>
          <a:extLst>
            <a:ext uri="{C572A759-6A51-4108-AA02-DFA0A04FC94B}">
              <ma14:wrappingTextBoxFlag xmlns:ma14="http://schemas.microsoft.com/office/mac/drawingml/2011/main" val="1"/>
            </a:ext>
          </a:extLst>
        </p:spPr>
        <p:txBody>
          <a:bodyPr lIns="91424" tIns="91424" rIns="91424" bIns="91424"/>
          <a:lstStyle>
            <a:lvl1pPr rtl="1">
              <a:defRPr/>
            </a:lvl1pPr>
            <a:lvl2pPr rtl="1">
              <a:defRPr/>
            </a:lvl2pPr>
            <a:lvl3pPr rtl="1">
              <a:defRPr/>
            </a:lvl3pPr>
            <a:lvl4pPr rtl="1">
              <a:defRPr/>
            </a:lvl4pPr>
            <a:lvl5pPr rtl="1">
              <a:defRPr/>
            </a:lvl5pPr>
          </a:lstStyle>
          <a:p>
            <a:pPr/>
            <a:r>
              <a:t>Body Level One</a:t>
            </a:r>
          </a:p>
          <a:p>
            <a:pPr lvl="1"/>
            <a:r>
              <a:t>Body Level Two</a:t>
            </a:r>
          </a:p>
          <a:p>
            <a:pPr lvl="2"/>
            <a:r>
              <a:t>Body Level Three</a:t>
            </a:r>
          </a:p>
          <a:p>
            <a:pPr lvl="3"/>
            <a:r>
              <a:t>Body Level Four</a:t>
            </a:r>
          </a:p>
          <a:p>
            <a:pPr lvl="4"/>
            <a:r>
              <a:t>Body Level Five</a:t>
            </a:r>
          </a:p>
        </p:txBody>
      </p:sp>
      <p:sp>
        <p:nvSpPr>
          <p:cNvPr id="6" name="Slide Number"/>
          <p:cNvSpPr txBox="1"/>
          <p:nvPr>
            <p:ph type="sldNum" sz="quarter" idx="2"/>
          </p:nvPr>
        </p:nvSpPr>
        <p:spPr>
          <a:xfrm>
            <a:off x="4419600" y="4627562"/>
            <a:ext cx="2133600" cy="279401"/>
          </a:xfrm>
          <a:prstGeom prst="rect">
            <a:avLst/>
          </a:prstGeom>
          <a:ln w="12700">
            <a:miter lim="400000"/>
          </a:ln>
        </p:spPr>
        <p:txBody>
          <a:bodyPr wrap="none" lIns="45719" rIns="45719" anchor="ctr">
            <a:spAutoFit/>
          </a:bodyPr>
          <a:lstStyle>
            <a:lvl1pPr algn="r">
              <a:defRPr sz="1200"/>
            </a:lvl1pPr>
          </a:lstStyle>
          <a:p>
            <a:pPr/>
            <a:fld id="{86CB4B4D-7CA3-9044-876B-883B54F8677D}" type="slidenum"/>
          </a:p>
        </p:txBody>
      </p:sp>
    </p:spTree>
  </p:cSld>
  <p:clrMap bg1="lt1" tx1="dk1" bg2="lt2" tx2="dk2" accent1="accent1" accent2="accent2" accent3="accent3" accent4="accent4" accent5="accent5" accent6="accent6" hlink="hlink" folHlink="fol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 id="2147483666" r:id="rId19"/>
    <p:sldLayoutId id="2147483667" r:id="rId20"/>
    <p:sldLayoutId id="2147483668" r:id="rId21"/>
    <p:sldLayoutId id="2147483669" r:id="rId22"/>
  </p:sldLayoutIdLst>
  <p:transition xmlns:p14="http://schemas.microsoft.com/office/powerpoint/2010/main" spd="med" advClick="1"/>
  <p:txStyles>
    <p:titleStyle>
      <a:lvl1pPr marL="0" marR="0" indent="0" algn="l" defTabSz="914400" rtl="0" latinLnBrk="0">
        <a:lnSpc>
          <a:spcPct val="100000"/>
        </a:lnSpc>
        <a:spcBef>
          <a:spcPts val="0"/>
        </a:spcBef>
        <a:spcAft>
          <a:spcPts val="0"/>
        </a:spcAft>
        <a:buClrTx/>
        <a:buSzTx/>
        <a:buFontTx/>
        <a:buNone/>
        <a:tabLst/>
        <a:defRPr b="0" baseline="0" cap="none" i="0" spc="0" strike="noStrike" sz="3000" u="none">
          <a:solidFill>
            <a:srgbClr val="000000"/>
          </a:solidFill>
          <a:uFillTx/>
          <a:latin typeface="Vidaloka"/>
          <a:ea typeface="Vidaloka"/>
          <a:cs typeface="Vidaloka"/>
          <a:sym typeface="Vidaloka"/>
        </a:defRPr>
      </a:lvl1pPr>
      <a:lvl2pPr marL="0" marR="0" indent="0" algn="l" defTabSz="914400" rtl="0" latinLnBrk="0">
        <a:lnSpc>
          <a:spcPct val="100000"/>
        </a:lnSpc>
        <a:spcBef>
          <a:spcPts val="0"/>
        </a:spcBef>
        <a:spcAft>
          <a:spcPts val="0"/>
        </a:spcAft>
        <a:buClrTx/>
        <a:buSzTx/>
        <a:buFontTx/>
        <a:buNone/>
        <a:tabLst/>
        <a:defRPr b="0" baseline="0" cap="none" i="0" spc="0" strike="noStrike" sz="3000" u="none">
          <a:solidFill>
            <a:srgbClr val="000000"/>
          </a:solidFill>
          <a:uFillTx/>
          <a:latin typeface="Vidaloka"/>
          <a:ea typeface="Vidaloka"/>
          <a:cs typeface="Vidaloka"/>
          <a:sym typeface="Vidaloka"/>
        </a:defRPr>
      </a:lvl2pPr>
      <a:lvl3pPr marL="0" marR="0" indent="0" algn="l" defTabSz="914400" rtl="0" latinLnBrk="0">
        <a:lnSpc>
          <a:spcPct val="100000"/>
        </a:lnSpc>
        <a:spcBef>
          <a:spcPts val="0"/>
        </a:spcBef>
        <a:spcAft>
          <a:spcPts val="0"/>
        </a:spcAft>
        <a:buClrTx/>
        <a:buSzTx/>
        <a:buFontTx/>
        <a:buNone/>
        <a:tabLst/>
        <a:defRPr b="0" baseline="0" cap="none" i="0" spc="0" strike="noStrike" sz="3000" u="none">
          <a:solidFill>
            <a:srgbClr val="000000"/>
          </a:solidFill>
          <a:uFillTx/>
          <a:latin typeface="Vidaloka"/>
          <a:ea typeface="Vidaloka"/>
          <a:cs typeface="Vidaloka"/>
          <a:sym typeface="Vidaloka"/>
        </a:defRPr>
      </a:lvl3pPr>
      <a:lvl4pPr marL="0" marR="0" indent="0" algn="l" defTabSz="914400" rtl="0" latinLnBrk="0">
        <a:lnSpc>
          <a:spcPct val="100000"/>
        </a:lnSpc>
        <a:spcBef>
          <a:spcPts val="0"/>
        </a:spcBef>
        <a:spcAft>
          <a:spcPts val="0"/>
        </a:spcAft>
        <a:buClrTx/>
        <a:buSzTx/>
        <a:buFontTx/>
        <a:buNone/>
        <a:tabLst/>
        <a:defRPr b="0" baseline="0" cap="none" i="0" spc="0" strike="noStrike" sz="3000" u="none">
          <a:solidFill>
            <a:srgbClr val="000000"/>
          </a:solidFill>
          <a:uFillTx/>
          <a:latin typeface="Vidaloka"/>
          <a:ea typeface="Vidaloka"/>
          <a:cs typeface="Vidaloka"/>
          <a:sym typeface="Vidaloka"/>
        </a:defRPr>
      </a:lvl4pPr>
      <a:lvl5pPr marL="0" marR="0" indent="0" algn="l" defTabSz="914400" rtl="0" latinLnBrk="0">
        <a:lnSpc>
          <a:spcPct val="100000"/>
        </a:lnSpc>
        <a:spcBef>
          <a:spcPts val="0"/>
        </a:spcBef>
        <a:spcAft>
          <a:spcPts val="0"/>
        </a:spcAft>
        <a:buClrTx/>
        <a:buSzTx/>
        <a:buFontTx/>
        <a:buNone/>
        <a:tabLst/>
        <a:defRPr b="0" baseline="0" cap="none" i="0" spc="0" strike="noStrike" sz="3000" u="none">
          <a:solidFill>
            <a:srgbClr val="000000"/>
          </a:solidFill>
          <a:uFillTx/>
          <a:latin typeface="Vidaloka"/>
          <a:ea typeface="Vidaloka"/>
          <a:cs typeface="Vidaloka"/>
          <a:sym typeface="Vidaloka"/>
        </a:defRPr>
      </a:lvl5pPr>
      <a:lvl6pPr marL="0" marR="0" indent="0" algn="l" defTabSz="914400" rtl="0" latinLnBrk="0">
        <a:lnSpc>
          <a:spcPct val="100000"/>
        </a:lnSpc>
        <a:spcBef>
          <a:spcPts val="0"/>
        </a:spcBef>
        <a:spcAft>
          <a:spcPts val="0"/>
        </a:spcAft>
        <a:buClrTx/>
        <a:buSzTx/>
        <a:buFontTx/>
        <a:buNone/>
        <a:tabLst/>
        <a:defRPr b="0" baseline="0" cap="none" i="0" spc="0" strike="noStrike" sz="3000" u="none">
          <a:solidFill>
            <a:srgbClr val="000000"/>
          </a:solidFill>
          <a:uFillTx/>
          <a:latin typeface="Vidaloka"/>
          <a:ea typeface="Vidaloka"/>
          <a:cs typeface="Vidaloka"/>
          <a:sym typeface="Vidaloka"/>
        </a:defRPr>
      </a:lvl6pPr>
      <a:lvl7pPr marL="0" marR="0" indent="0" algn="l" defTabSz="914400" rtl="0" latinLnBrk="0">
        <a:lnSpc>
          <a:spcPct val="100000"/>
        </a:lnSpc>
        <a:spcBef>
          <a:spcPts val="0"/>
        </a:spcBef>
        <a:spcAft>
          <a:spcPts val="0"/>
        </a:spcAft>
        <a:buClrTx/>
        <a:buSzTx/>
        <a:buFontTx/>
        <a:buNone/>
        <a:tabLst/>
        <a:defRPr b="0" baseline="0" cap="none" i="0" spc="0" strike="noStrike" sz="3000" u="none">
          <a:solidFill>
            <a:srgbClr val="000000"/>
          </a:solidFill>
          <a:uFillTx/>
          <a:latin typeface="Vidaloka"/>
          <a:ea typeface="Vidaloka"/>
          <a:cs typeface="Vidaloka"/>
          <a:sym typeface="Vidaloka"/>
        </a:defRPr>
      </a:lvl7pPr>
      <a:lvl8pPr marL="0" marR="0" indent="0" algn="l" defTabSz="914400" rtl="0" latinLnBrk="0">
        <a:lnSpc>
          <a:spcPct val="100000"/>
        </a:lnSpc>
        <a:spcBef>
          <a:spcPts val="0"/>
        </a:spcBef>
        <a:spcAft>
          <a:spcPts val="0"/>
        </a:spcAft>
        <a:buClrTx/>
        <a:buSzTx/>
        <a:buFontTx/>
        <a:buNone/>
        <a:tabLst/>
        <a:defRPr b="0" baseline="0" cap="none" i="0" spc="0" strike="noStrike" sz="3000" u="none">
          <a:solidFill>
            <a:srgbClr val="000000"/>
          </a:solidFill>
          <a:uFillTx/>
          <a:latin typeface="Vidaloka"/>
          <a:ea typeface="Vidaloka"/>
          <a:cs typeface="Vidaloka"/>
          <a:sym typeface="Vidaloka"/>
        </a:defRPr>
      </a:lvl8pPr>
      <a:lvl9pPr marL="0" marR="0" indent="0" algn="l" defTabSz="914400" rtl="0" latinLnBrk="0">
        <a:lnSpc>
          <a:spcPct val="100000"/>
        </a:lnSpc>
        <a:spcBef>
          <a:spcPts val="0"/>
        </a:spcBef>
        <a:spcAft>
          <a:spcPts val="0"/>
        </a:spcAft>
        <a:buClrTx/>
        <a:buSzTx/>
        <a:buFontTx/>
        <a:buNone/>
        <a:tabLst/>
        <a:defRPr b="0" baseline="0" cap="none" i="0" spc="0" strike="noStrike" sz="3000" u="none">
          <a:solidFill>
            <a:srgbClr val="000000"/>
          </a:solidFill>
          <a:uFillTx/>
          <a:latin typeface="Vidaloka"/>
          <a:ea typeface="Vidaloka"/>
          <a:cs typeface="Vidaloka"/>
          <a:sym typeface="Vidaloka"/>
        </a:defRPr>
      </a:lvl9pPr>
    </p:titleStyle>
    <p:bodyStyle>
      <a:lvl1pPr marL="457200" marR="0" indent="-342900" algn="l" defTabSz="914400" rtl="0" latinLnBrk="0">
        <a:lnSpc>
          <a:spcPct val="115000"/>
        </a:lnSpc>
        <a:spcBef>
          <a:spcPts val="0"/>
        </a:spcBef>
        <a:spcAft>
          <a:spcPts val="0"/>
        </a:spcAft>
        <a:buClr>
          <a:srgbClr val="000000"/>
        </a:buClr>
        <a:buSzPts val="1800"/>
        <a:buFont typeface="Montserrat Regular"/>
        <a:buChar char="●"/>
        <a:tabLst/>
        <a:defRPr b="0" baseline="0" cap="none" i="0" spc="0" strike="noStrike" sz="1800" u="none">
          <a:solidFill>
            <a:srgbClr val="000000"/>
          </a:solidFill>
          <a:uFillTx/>
          <a:latin typeface="Montserrat Regular"/>
          <a:ea typeface="Montserrat Regular"/>
          <a:cs typeface="Montserrat Regular"/>
          <a:sym typeface="Montserrat Regular"/>
        </a:defRPr>
      </a:lvl1pPr>
      <a:lvl2pPr marL="1005114" marR="0" indent="-408214" algn="l" defTabSz="914400" rtl="0" latinLnBrk="0">
        <a:lnSpc>
          <a:spcPct val="115000"/>
        </a:lnSpc>
        <a:spcBef>
          <a:spcPts val="0"/>
        </a:spcBef>
        <a:spcAft>
          <a:spcPts val="0"/>
        </a:spcAft>
        <a:buClr>
          <a:srgbClr val="000000"/>
        </a:buClr>
        <a:buSzPts val="1800"/>
        <a:buFont typeface="Montserrat Regular"/>
        <a:buChar char="○"/>
        <a:tabLst/>
        <a:defRPr b="0" baseline="0" cap="none" i="0" spc="0" strike="noStrike" sz="1800" u="none">
          <a:solidFill>
            <a:srgbClr val="000000"/>
          </a:solidFill>
          <a:uFillTx/>
          <a:latin typeface="Montserrat Regular"/>
          <a:ea typeface="Montserrat Regular"/>
          <a:cs typeface="Montserrat Regular"/>
          <a:sym typeface="Montserrat Regular"/>
        </a:defRPr>
      </a:lvl2pPr>
      <a:lvl3pPr marL="1462314" marR="0" indent="-408214" algn="l" defTabSz="914400" rtl="0" latinLnBrk="0">
        <a:lnSpc>
          <a:spcPct val="115000"/>
        </a:lnSpc>
        <a:spcBef>
          <a:spcPts val="0"/>
        </a:spcBef>
        <a:spcAft>
          <a:spcPts val="0"/>
        </a:spcAft>
        <a:buClr>
          <a:srgbClr val="000000"/>
        </a:buClr>
        <a:buSzPts val="1800"/>
        <a:buFont typeface="Montserrat Regular"/>
        <a:buChar char="■"/>
        <a:tabLst/>
        <a:defRPr b="0" baseline="0" cap="none" i="0" spc="0" strike="noStrike" sz="1800" u="none">
          <a:solidFill>
            <a:srgbClr val="000000"/>
          </a:solidFill>
          <a:uFillTx/>
          <a:latin typeface="Montserrat Regular"/>
          <a:ea typeface="Montserrat Regular"/>
          <a:cs typeface="Montserrat Regular"/>
          <a:sym typeface="Montserrat Regular"/>
        </a:defRPr>
      </a:lvl3pPr>
      <a:lvl4pPr marL="1919514" marR="0" indent="-408214" algn="l" defTabSz="914400" rtl="0" latinLnBrk="0">
        <a:lnSpc>
          <a:spcPct val="115000"/>
        </a:lnSpc>
        <a:spcBef>
          <a:spcPts val="0"/>
        </a:spcBef>
        <a:spcAft>
          <a:spcPts val="0"/>
        </a:spcAft>
        <a:buClr>
          <a:srgbClr val="000000"/>
        </a:buClr>
        <a:buSzPts val="1800"/>
        <a:buFont typeface="Montserrat Regular"/>
        <a:buChar char="●"/>
        <a:tabLst/>
        <a:defRPr b="0" baseline="0" cap="none" i="0" spc="0" strike="noStrike" sz="1800" u="none">
          <a:solidFill>
            <a:srgbClr val="000000"/>
          </a:solidFill>
          <a:uFillTx/>
          <a:latin typeface="Montserrat Regular"/>
          <a:ea typeface="Montserrat Regular"/>
          <a:cs typeface="Montserrat Regular"/>
          <a:sym typeface="Montserrat Regular"/>
        </a:defRPr>
      </a:lvl4pPr>
      <a:lvl5pPr marL="2376714" marR="0" indent="-408214" algn="l" defTabSz="914400" rtl="0" latinLnBrk="0">
        <a:lnSpc>
          <a:spcPct val="115000"/>
        </a:lnSpc>
        <a:spcBef>
          <a:spcPts val="0"/>
        </a:spcBef>
        <a:spcAft>
          <a:spcPts val="0"/>
        </a:spcAft>
        <a:buClr>
          <a:srgbClr val="000000"/>
        </a:buClr>
        <a:buSzPts val="1800"/>
        <a:buFont typeface="Montserrat Regular"/>
        <a:buChar char="○"/>
        <a:tabLst/>
        <a:defRPr b="0" baseline="0" cap="none" i="0" spc="0" strike="noStrike" sz="1800" u="none">
          <a:solidFill>
            <a:srgbClr val="000000"/>
          </a:solidFill>
          <a:uFillTx/>
          <a:latin typeface="Montserrat Regular"/>
          <a:ea typeface="Montserrat Regular"/>
          <a:cs typeface="Montserrat Regular"/>
          <a:sym typeface="Montserrat Regular"/>
        </a:defRPr>
      </a:lvl5pPr>
      <a:lvl6pPr marL="2833914" marR="0" indent="-408214" algn="l" defTabSz="914400" rtl="0" latinLnBrk="0">
        <a:lnSpc>
          <a:spcPct val="115000"/>
        </a:lnSpc>
        <a:spcBef>
          <a:spcPts val="0"/>
        </a:spcBef>
        <a:spcAft>
          <a:spcPts val="0"/>
        </a:spcAft>
        <a:buClr>
          <a:srgbClr val="000000"/>
        </a:buClr>
        <a:buSzPts val="1800"/>
        <a:buFont typeface="Montserrat Regular"/>
        <a:buChar char="■"/>
        <a:tabLst/>
        <a:defRPr b="0" baseline="0" cap="none" i="0" spc="0" strike="noStrike" sz="1800" u="none">
          <a:solidFill>
            <a:srgbClr val="000000"/>
          </a:solidFill>
          <a:uFillTx/>
          <a:latin typeface="Montserrat Regular"/>
          <a:ea typeface="Montserrat Regular"/>
          <a:cs typeface="Montserrat Regular"/>
          <a:sym typeface="Montserrat Regular"/>
        </a:defRPr>
      </a:lvl6pPr>
      <a:lvl7pPr marL="3291114" marR="0" indent="-408214" algn="l" defTabSz="914400" rtl="0" latinLnBrk="0">
        <a:lnSpc>
          <a:spcPct val="115000"/>
        </a:lnSpc>
        <a:spcBef>
          <a:spcPts val="0"/>
        </a:spcBef>
        <a:spcAft>
          <a:spcPts val="0"/>
        </a:spcAft>
        <a:buClr>
          <a:srgbClr val="000000"/>
        </a:buClr>
        <a:buSzPts val="1800"/>
        <a:buFont typeface="Montserrat Regular"/>
        <a:buChar char="●"/>
        <a:tabLst/>
        <a:defRPr b="0" baseline="0" cap="none" i="0" spc="0" strike="noStrike" sz="1800" u="none">
          <a:solidFill>
            <a:srgbClr val="000000"/>
          </a:solidFill>
          <a:uFillTx/>
          <a:latin typeface="Montserrat Regular"/>
          <a:ea typeface="Montserrat Regular"/>
          <a:cs typeface="Montserrat Regular"/>
          <a:sym typeface="Montserrat Regular"/>
        </a:defRPr>
      </a:lvl7pPr>
      <a:lvl8pPr marL="3748314" marR="0" indent="-408214" algn="l" defTabSz="914400" rtl="0" latinLnBrk="0">
        <a:lnSpc>
          <a:spcPct val="115000"/>
        </a:lnSpc>
        <a:spcBef>
          <a:spcPts val="0"/>
        </a:spcBef>
        <a:spcAft>
          <a:spcPts val="0"/>
        </a:spcAft>
        <a:buClr>
          <a:srgbClr val="000000"/>
        </a:buClr>
        <a:buSzPts val="1800"/>
        <a:buFont typeface="Montserrat Regular"/>
        <a:buChar char="○"/>
        <a:tabLst/>
        <a:defRPr b="0" baseline="0" cap="none" i="0" spc="0" strike="noStrike" sz="1800" u="none">
          <a:solidFill>
            <a:srgbClr val="000000"/>
          </a:solidFill>
          <a:uFillTx/>
          <a:latin typeface="Montserrat Regular"/>
          <a:ea typeface="Montserrat Regular"/>
          <a:cs typeface="Montserrat Regular"/>
          <a:sym typeface="Montserrat Regular"/>
        </a:defRPr>
      </a:lvl8pPr>
      <a:lvl9pPr marL="4205514" marR="0" indent="-408214" algn="l" defTabSz="914400" rtl="0" latinLnBrk="0">
        <a:lnSpc>
          <a:spcPct val="115000"/>
        </a:lnSpc>
        <a:spcBef>
          <a:spcPts val="0"/>
        </a:spcBef>
        <a:spcAft>
          <a:spcPts val="0"/>
        </a:spcAft>
        <a:buClr>
          <a:srgbClr val="000000"/>
        </a:buClr>
        <a:buSzPts val="1800"/>
        <a:buFont typeface="Montserrat Regular"/>
        <a:buChar char="■"/>
        <a:tabLst/>
        <a:defRPr b="0" baseline="0" cap="none" i="0" spc="0" strike="noStrike" sz="1800" u="none">
          <a:solidFill>
            <a:srgbClr val="000000"/>
          </a:solidFill>
          <a:uFillTx/>
          <a:latin typeface="Montserrat Regular"/>
          <a:ea typeface="Montserrat Regular"/>
          <a:cs typeface="Montserrat Regular"/>
          <a:sym typeface="Montserrat Regular"/>
        </a:defRPr>
      </a:lvl9pPr>
    </p:bodyStyle>
    <p:otherStyle>
      <a:lvl1pPr marL="0" marR="0" indent="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Arial"/>
        </a:defRPr>
      </a:lvl1pPr>
      <a:lvl2pPr marL="0" marR="0" indent="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Arial"/>
        </a:defRPr>
      </a:lvl2pPr>
      <a:lvl3pPr marL="0" marR="0" indent="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Arial"/>
        </a:defRPr>
      </a:lvl3pPr>
      <a:lvl4pPr marL="0" marR="0" indent="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Arial"/>
        </a:defRPr>
      </a:lvl4pPr>
      <a:lvl5pPr marL="0" marR="0" indent="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Arial"/>
        </a:defRPr>
      </a:lvl5pPr>
      <a:lvl6pPr marL="0" marR="0" indent="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Arial"/>
        </a:defRPr>
      </a:lvl6pPr>
      <a:lvl7pPr marL="0" marR="0" indent="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Arial"/>
        </a:defRPr>
      </a:lvl7pPr>
      <a:lvl8pPr marL="0" marR="0" indent="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Arial"/>
        </a:defRPr>
      </a:lvl8pPr>
      <a:lvl9pPr marL="0" marR="0" indent="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Arial"/>
        </a:defRPr>
      </a:lvl9pPr>
    </p:otherStyle>
  </p:txStyles>
</p:sldMaster>
</file>

<file path=ppt/slides/_rels/slide1.xml.rels><?xml version="1.0" encoding="UTF-8"?>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s>

</file>

<file path=ppt/slides/_rels/slide2.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png"/></Relationships>

</file>

<file path=ppt/slides/_rels/slide3.xml.rels><?xml version="1.0" encoding="UTF-8"?>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image" Target="../media/image1.jpeg"/><Relationship Id="rId3" Type="http://schemas.openxmlformats.org/officeDocument/2006/relationships/image" Target="../media/image2.jpeg"/><Relationship Id="rId4" Type="http://schemas.openxmlformats.org/officeDocument/2006/relationships/image" Target="../media/image3.jpeg"/><Relationship Id="rId5" Type="http://schemas.openxmlformats.org/officeDocument/2006/relationships/image" Target="../media/image4.jpeg"/><Relationship Id="rId6" Type="http://schemas.openxmlformats.org/officeDocument/2006/relationships/image" Target="../media/image5.jpeg"/><Relationship Id="rId7" Type="http://schemas.openxmlformats.org/officeDocument/2006/relationships/image" Target="../media/image6.jpeg"/><Relationship Id="rId8" Type="http://schemas.openxmlformats.org/officeDocument/2006/relationships/image" Target="../media/image7.jpeg"/><Relationship Id="rId9" Type="http://schemas.openxmlformats.org/officeDocument/2006/relationships/image" Target="../media/image4.png"/></Relationships>

</file>

<file path=ppt/slides/_rels/slide4.xml.rels><?xml version="1.0" encoding="UTF-8"?>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5.png"/><Relationship Id="rId3" Type="http://schemas.openxmlformats.org/officeDocument/2006/relationships/image" Target="../media/image6.png"/><Relationship Id="rId4" Type="http://schemas.openxmlformats.org/officeDocument/2006/relationships/image" Target="../media/image7.png"/><Relationship Id="rId5" Type="http://schemas.openxmlformats.org/officeDocument/2006/relationships/image" Target="../media/image8.png"/><Relationship Id="rId6" Type="http://schemas.openxmlformats.org/officeDocument/2006/relationships/image" Target="../media/image9.png"/><Relationship Id="rId7" Type="http://schemas.openxmlformats.org/officeDocument/2006/relationships/image" Target="../media/image10.png"/></Relationships>

</file>

<file path=ppt/slides/_rels/slide5.xml.rels><?xml version="1.0" encoding="UTF-8"?>
<Relationships xmlns="http://schemas.openxmlformats.org/package/2006/relationships"><Relationship Id="rId1" Type="http://schemas.openxmlformats.org/officeDocument/2006/relationships/slideLayout" Target="../slideLayouts/slideLayout6.xml"/></Relationships>

</file>

<file path=ppt/slides/_rels/slide6.xml.rels><?xml version="1.0" encoding="UTF-8"?>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s>

</file>

<file path=ppt/slides/_rels/slide7.xml.rels><?xml version="1.0" encoding="UTF-8"?>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s>

</file>

<file path=ppt/slides/_rels/slide8.xml.rels><?xml version="1.0" encoding="UTF-8"?>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image" Target="../media/image13.png"/><Relationship Id="rId3" Type="http://schemas.openxmlformats.org/officeDocument/2006/relationships/image" Target="../media/image14.png"/><Relationship Id="rId4" Type="http://schemas.openxmlformats.org/officeDocument/2006/relationships/image" Target="../media/image8.jpeg"/><Relationship Id="rId5" Type="http://schemas.openxmlformats.org/officeDocument/2006/relationships/image" Target="../media/image15.png"/></Relationships>

</file>

<file path=ppt/slides/_rels/slide9.xml.rels><?xml version="1.0" encoding="UTF-8"?>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image" Target="../media/image16.png"/><Relationship Id="rId3" Type="http://schemas.openxmlformats.org/officeDocument/2006/relationships/image" Target="../media/image9.jpeg"/><Relationship Id="rId4" Type="http://schemas.openxmlformats.org/officeDocument/2006/relationships/image" Target="../media/image17.png"/></Relationships>

</file>

<file path=ppt/slides/_rels/slide10.xml.rels><?xml version="1.0" encoding="UTF-8"?>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image" Target="../media/image18.png"/></Relationships>

</file>

<file path=ppt/slides/_rels/slide11.xml.rels><?xml version="1.0" encoding="UTF-8"?>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image" Target="../media/image19.png"/></Relationships>

</file>

<file path=ppt/slides/_rels/slide12.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0.png"/><Relationship Id="rId3" Type="http://schemas.openxmlformats.org/officeDocument/2006/relationships/image" Target="../media/image21.png"/></Relationships>

</file>

<file path=ppt/slides/_rels/slide13.xml.rels><?xml version="1.0" encoding="UTF-8"?>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22.png"/></Relationships>

</file>

<file path=ppt/slides/_rels/slide14.xml.rels><?xml version="1.0" encoding="UTF-8"?>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image" Target="../media/image23.png"/></Relationships>

</file>

<file path=ppt/slides/_rels/slide15.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4.png"/><Relationship Id="rId3" Type="http://schemas.openxmlformats.org/officeDocument/2006/relationships/image" Target="../media/image25.png"/></Relationships>

</file>

<file path=ppt/slides/_rels/slide16.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6.png"/><Relationship Id="rId3" Type="http://schemas.openxmlformats.org/officeDocument/2006/relationships/image" Target="../media/image27.png"/></Relationships>

</file>

<file path=ppt/slides/_rels/slide17.xml.rels><?xml version="1.0" encoding="UTF-8"?>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image" Target="../media/image28.png"/></Relationships>

</file>

<file path=ppt/slides/_rels/slide18.xml.rels><?xml version="1.0" encoding="UTF-8"?>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image" Target="../media/image29.png"/></Relationships>

</file>

<file path=ppt/slides/_rels/slide19.xml.rels><?xml version="1.0" encoding="UTF-8"?>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30.png"/><Relationship Id="rId3" Type="http://schemas.openxmlformats.org/officeDocument/2006/relationships/image" Target="../media/image31.png"/><Relationship Id="rId4" Type="http://schemas.openxmlformats.org/officeDocument/2006/relationships/image" Target="../media/image32.png"/><Relationship Id="rId5" Type="http://schemas.openxmlformats.org/officeDocument/2006/relationships/image" Target="../media/image33.png"/><Relationship Id="rId6" Type="http://schemas.openxmlformats.org/officeDocument/2006/relationships/image" Target="../media/image34.png"/></Relationships>

</file>

<file path=ppt/slides/_rels/slide20.xml.rels><?xml version="1.0" encoding="UTF-8"?>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35.png"/><Relationship Id="rId3" Type="http://schemas.openxmlformats.org/officeDocument/2006/relationships/image" Target="../media/image36.png"/><Relationship Id="rId4" Type="http://schemas.openxmlformats.org/officeDocument/2006/relationships/image" Target="../media/image10.jpeg"/></Relationships>

</file>

<file path=ppt/slides/_rels/slide21.xml.rels><?xml version="1.0" encoding="UTF-8"?>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image" Target="../media/image37.png"/><Relationship Id="rId3" Type="http://schemas.openxmlformats.org/officeDocument/2006/relationships/image" Target="../media/image38.png"/><Relationship Id="rId4" Type="http://schemas.openxmlformats.org/officeDocument/2006/relationships/image" Target="../media/image10.jpeg"/></Relationships>

</file>

<file path=ppt/slides/_rels/slide22.xml.rels><?xml version="1.0" encoding="UTF-8"?>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39.png"/><Relationship Id="rId3" Type="http://schemas.openxmlformats.org/officeDocument/2006/relationships/image" Target="../media/image40.png"/><Relationship Id="rId4" Type="http://schemas.openxmlformats.org/officeDocument/2006/relationships/image" Target="../media/image41.png"/><Relationship Id="rId5" Type="http://schemas.openxmlformats.org/officeDocument/2006/relationships/image" Target="../media/image42.png"/><Relationship Id="rId6" Type="http://schemas.openxmlformats.org/officeDocument/2006/relationships/image" Target="../media/image43.png"/></Relationships>

</file>

<file path=ppt/slides/_rels/slide23.xml.rels><?xml version="1.0" encoding="UTF-8"?>
<Relationships xmlns="http://schemas.openxmlformats.org/package/2006/relationships"><Relationship Id="rId1" Type="http://schemas.openxmlformats.org/officeDocument/2006/relationships/slideLayout" Target="../slideLayouts/slideLayout14.xml"/></Relationships>

</file>

<file path=ppt/slides/_rels/slide24.xml.rels><?xml version="1.0" encoding="UTF-8"?>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image" Target="../media/image41.png"/></Relationships>

</file>

<file path=ppt/slides/_rels/slide25.xml.rels><?xml version="1.0" encoding="UTF-8"?>
<Relationships xmlns="http://schemas.openxmlformats.org/package/2006/relationships"><Relationship Id="rId1" Type="http://schemas.openxmlformats.org/officeDocument/2006/relationships/slideLayout" Target="../slideLayouts/slideLayout14.xml"/></Relationships>

</file>

<file path=ppt/slides/slide1.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pic>
        <p:nvPicPr>
          <p:cNvPr id="231" name="Picture 4" descr="Picture 4"/>
          <p:cNvPicPr>
            <a:picLocks noChangeAspect="1"/>
          </p:cNvPicPr>
          <p:nvPr/>
        </p:nvPicPr>
        <p:blipFill>
          <a:blip r:embed="rId2">
            <a:extLst/>
          </a:blip>
          <a:stretch>
            <a:fillRect/>
          </a:stretch>
        </p:blipFill>
        <p:spPr>
          <a:xfrm>
            <a:off x="7630259" y="447113"/>
            <a:ext cx="1328272" cy="1244888"/>
          </a:xfrm>
          <a:prstGeom prst="rect">
            <a:avLst/>
          </a:prstGeom>
          <a:ln w="12700">
            <a:miter lim="400000"/>
          </a:ln>
        </p:spPr>
      </p:pic>
      <p:pic>
        <p:nvPicPr>
          <p:cNvPr id="232" name="صورة 6" descr="صورة 6"/>
          <p:cNvPicPr>
            <a:picLocks noChangeAspect="1"/>
          </p:cNvPicPr>
          <p:nvPr/>
        </p:nvPicPr>
        <p:blipFill>
          <a:blip r:embed="rId3">
            <a:extLst/>
          </a:blip>
          <a:stretch>
            <a:fillRect/>
          </a:stretch>
        </p:blipFill>
        <p:spPr>
          <a:xfrm>
            <a:off x="1819275" y="33337"/>
            <a:ext cx="5505450" cy="5076826"/>
          </a:xfrm>
          <a:prstGeom prst="rect">
            <a:avLst/>
          </a:prstGeom>
          <a:ln w="12700">
            <a:miter lim="400000"/>
          </a:ln>
        </p:spPr>
      </p:pic>
      <p:pic>
        <p:nvPicPr>
          <p:cNvPr id="233" name="صورة 11" descr="صورة 11"/>
          <p:cNvPicPr>
            <a:picLocks noChangeAspect="1"/>
          </p:cNvPicPr>
          <p:nvPr/>
        </p:nvPicPr>
        <p:blipFill>
          <a:blip r:embed="rId4">
            <a:extLst/>
          </a:blip>
          <a:stretch>
            <a:fillRect/>
          </a:stretch>
        </p:blipFill>
        <p:spPr>
          <a:xfrm>
            <a:off x="185468" y="363561"/>
            <a:ext cx="927639" cy="1141240"/>
          </a:xfrm>
          <a:prstGeom prst="rect">
            <a:avLst/>
          </a:prstGeom>
          <a:ln w="12700">
            <a:miter lim="400000"/>
          </a:ln>
        </p:spPr>
      </p:pic>
    </p:spTree>
  </p:cSld>
  <p:clrMapOvr>
    <a:masterClrMapping/>
  </p:clrMapOvr>
  <p:transition xmlns:p14="http://schemas.microsoft.com/office/powerpoint/2010/main" spd="med" advClick="0" advTm="0"/>
</p:sld>
</file>

<file path=ppt/slides/slide2.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35" name="文本框 16"/>
          <p:cNvSpPr txBox="1"/>
          <p:nvPr/>
        </p:nvSpPr>
        <p:spPr>
          <a:xfrm>
            <a:off x="279878" y="2227316"/>
            <a:ext cx="4827368" cy="768225"/>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p>
            <a:pPr algn="ctr">
              <a:lnSpc>
                <a:spcPct val="150000"/>
              </a:lnSpc>
              <a:defRPr b="1" sz="1800">
                <a:solidFill>
                  <a:srgbClr val="005790"/>
                </a:solidFill>
                <a:latin typeface="Abadi"/>
                <a:ea typeface="Abadi"/>
                <a:cs typeface="Abadi"/>
                <a:sym typeface="Abadi"/>
              </a:defRPr>
            </a:pPr>
            <a:r>
              <a:t>To Use Smart Student System</a:t>
            </a:r>
          </a:p>
          <a:p>
            <a:pPr algn="ctr">
              <a:lnSpc>
                <a:spcPct val="150000"/>
              </a:lnSpc>
              <a:defRPr b="1">
                <a:solidFill>
                  <a:srgbClr val="C00000"/>
                </a:solidFill>
                <a:latin typeface="Segoe Print"/>
                <a:ea typeface="Segoe Print"/>
                <a:cs typeface="Segoe Print"/>
                <a:sym typeface="Segoe Print"/>
              </a:defRPr>
            </a:pPr>
            <a:r>
              <a:t>JUST CLICK!</a:t>
            </a:r>
          </a:p>
        </p:txBody>
      </p:sp>
      <p:sp>
        <p:nvSpPr>
          <p:cNvPr id="236" name="文本框 146"/>
          <p:cNvSpPr txBox="1"/>
          <p:nvPr/>
        </p:nvSpPr>
        <p:spPr>
          <a:xfrm>
            <a:off x="1280298" y="1258568"/>
            <a:ext cx="5942633" cy="98044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defRPr sz="6000">
                <a:solidFill>
                  <a:srgbClr val="005790"/>
                </a:solidFill>
                <a:latin typeface="Andalus"/>
                <a:ea typeface="Andalus"/>
                <a:cs typeface="Andalus"/>
                <a:sym typeface="Andalus"/>
              </a:defRPr>
            </a:lvl1pPr>
          </a:lstStyle>
          <a:p>
            <a:pPr/>
            <a:r>
              <a:t>EDINRPS</a:t>
            </a:r>
          </a:p>
        </p:txBody>
      </p:sp>
      <p:sp>
        <p:nvSpPr>
          <p:cNvPr id="237" name="文本框 16"/>
          <p:cNvSpPr txBox="1"/>
          <p:nvPr/>
        </p:nvSpPr>
        <p:spPr>
          <a:xfrm>
            <a:off x="279878" y="3185379"/>
            <a:ext cx="4827368" cy="160274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p>
            <a:pPr algn="ctr">
              <a:defRPr b="1" sz="2400">
                <a:solidFill>
                  <a:srgbClr val="005790"/>
                </a:solidFill>
                <a:latin typeface="Abadi"/>
                <a:ea typeface="Abadi"/>
                <a:cs typeface="Abadi"/>
                <a:sym typeface="Abadi"/>
              </a:defRPr>
            </a:pPr>
            <a:r>
              <a:t>Supervised by/</a:t>
            </a:r>
            <a:endParaRPr sz="1800"/>
          </a:p>
          <a:p>
            <a:pPr algn="ctr">
              <a:defRPr b="1" sz="200">
                <a:solidFill>
                  <a:srgbClr val="C00000"/>
                </a:solidFill>
                <a:latin typeface="Poppins"/>
                <a:ea typeface="Poppins"/>
                <a:cs typeface="Poppins"/>
                <a:sym typeface="Poppins"/>
              </a:defRPr>
            </a:pPr>
            <a:br>
              <a:rPr sz="1800"/>
            </a:br>
            <a:r>
              <a:rPr>
                <a:latin typeface="Abadi"/>
                <a:ea typeface="Abadi"/>
                <a:cs typeface="Abadi"/>
                <a:sym typeface="Abadi"/>
              </a:rPr>
              <a:t>                </a:t>
            </a:r>
            <a:r>
              <a:rPr b="0" sz="2200">
                <a:latin typeface="Abadi"/>
                <a:ea typeface="Abadi"/>
                <a:cs typeface="Abadi"/>
                <a:sym typeface="Abadi"/>
              </a:rPr>
              <a:t>Dr. Ehab Rushdy</a:t>
            </a:r>
            <a:endParaRPr sz="1800"/>
          </a:p>
          <a:p>
            <a:pPr algn="ctr">
              <a:defRPr sz="2000">
                <a:solidFill>
                  <a:srgbClr val="C00000"/>
                </a:solidFill>
                <a:latin typeface="Abadi"/>
                <a:ea typeface="Abadi"/>
                <a:cs typeface="Abadi"/>
                <a:sym typeface="Abadi"/>
              </a:defRPr>
            </a:pPr>
            <a:r>
              <a:t>Eng. Ahmed Awad</a:t>
            </a:r>
            <a:endParaRPr sz="1800"/>
          </a:p>
        </p:txBody>
      </p:sp>
      <p:sp>
        <p:nvSpPr>
          <p:cNvPr id="238" name="Freeform 21"/>
          <p:cNvSpPr/>
          <p:nvPr/>
        </p:nvSpPr>
        <p:spPr>
          <a:xfrm>
            <a:off x="380557" y="2094511"/>
            <a:ext cx="5153196" cy="152058"/>
          </a:xfrm>
          <a:custGeom>
            <a:avLst/>
            <a:gdLst/>
            <a:ahLst/>
            <a:cxnLst>
              <a:cxn ang="0">
                <a:pos x="wd2" y="hd2"/>
              </a:cxn>
              <a:cxn ang="5400000">
                <a:pos x="wd2" y="hd2"/>
              </a:cxn>
              <a:cxn ang="10800000">
                <a:pos x="wd2" y="hd2"/>
              </a:cxn>
              <a:cxn ang="16200000">
                <a:pos x="wd2" y="hd2"/>
              </a:cxn>
            </a:cxnLst>
            <a:rect l="0" t="0" r="r" b="b"/>
            <a:pathLst>
              <a:path w="21593" h="21369" fill="norm" stroke="1" extrusionOk="0">
                <a:moveTo>
                  <a:pt x="85" y="78"/>
                </a:moveTo>
                <a:cubicBezTo>
                  <a:pt x="28" y="78"/>
                  <a:pt x="0" y="695"/>
                  <a:pt x="0" y="1003"/>
                </a:cubicBezTo>
                <a:cubicBezTo>
                  <a:pt x="0" y="1620"/>
                  <a:pt x="28" y="2238"/>
                  <a:pt x="85" y="2238"/>
                </a:cubicBezTo>
                <a:cubicBezTo>
                  <a:pt x="1668" y="2238"/>
                  <a:pt x="3421" y="2238"/>
                  <a:pt x="5174" y="1929"/>
                </a:cubicBezTo>
                <a:cubicBezTo>
                  <a:pt x="9330" y="1929"/>
                  <a:pt x="13373" y="1929"/>
                  <a:pt x="17670" y="2546"/>
                </a:cubicBezTo>
                <a:cubicBezTo>
                  <a:pt x="17727" y="2546"/>
                  <a:pt x="17868" y="2546"/>
                  <a:pt x="18038" y="2546"/>
                </a:cubicBezTo>
                <a:cubicBezTo>
                  <a:pt x="16426" y="3163"/>
                  <a:pt x="14786" y="3780"/>
                  <a:pt x="14617" y="3780"/>
                </a:cubicBezTo>
                <a:cubicBezTo>
                  <a:pt x="11705" y="1929"/>
                  <a:pt x="9245" y="4398"/>
                  <a:pt x="6814" y="6558"/>
                </a:cubicBezTo>
                <a:cubicBezTo>
                  <a:pt x="5032" y="8409"/>
                  <a:pt x="3251" y="9952"/>
                  <a:pt x="1329" y="9952"/>
                </a:cubicBezTo>
                <a:cubicBezTo>
                  <a:pt x="1329" y="11803"/>
                  <a:pt x="1329" y="11803"/>
                  <a:pt x="1329" y="11803"/>
                </a:cubicBezTo>
                <a:cubicBezTo>
                  <a:pt x="3053" y="11803"/>
                  <a:pt x="4580" y="10878"/>
                  <a:pt x="6079" y="9952"/>
                </a:cubicBezTo>
                <a:cubicBezTo>
                  <a:pt x="8934" y="8409"/>
                  <a:pt x="11620" y="6558"/>
                  <a:pt x="15239" y="12112"/>
                </a:cubicBezTo>
                <a:cubicBezTo>
                  <a:pt x="14984" y="12112"/>
                  <a:pt x="14984" y="12112"/>
                  <a:pt x="14984" y="12112"/>
                </a:cubicBezTo>
                <a:cubicBezTo>
                  <a:pt x="12072" y="12112"/>
                  <a:pt x="10037" y="12112"/>
                  <a:pt x="6672" y="18283"/>
                </a:cubicBezTo>
                <a:cubicBezTo>
                  <a:pt x="6135" y="19209"/>
                  <a:pt x="6135" y="19209"/>
                  <a:pt x="6135" y="19209"/>
                </a:cubicBezTo>
                <a:cubicBezTo>
                  <a:pt x="6107" y="19518"/>
                  <a:pt x="6050" y="19826"/>
                  <a:pt x="6079" y="20443"/>
                </a:cubicBezTo>
                <a:cubicBezTo>
                  <a:pt x="6079" y="21060"/>
                  <a:pt x="6135" y="21369"/>
                  <a:pt x="6163" y="21369"/>
                </a:cubicBezTo>
                <a:cubicBezTo>
                  <a:pt x="6701" y="20443"/>
                  <a:pt x="6701" y="20443"/>
                  <a:pt x="6701" y="20443"/>
                </a:cubicBezTo>
                <a:cubicBezTo>
                  <a:pt x="10065" y="13963"/>
                  <a:pt x="12072" y="14272"/>
                  <a:pt x="14984" y="14272"/>
                </a:cubicBezTo>
                <a:cubicBezTo>
                  <a:pt x="15437" y="14272"/>
                  <a:pt x="15917" y="14272"/>
                  <a:pt x="16257" y="14272"/>
                </a:cubicBezTo>
                <a:cubicBezTo>
                  <a:pt x="16257" y="12420"/>
                  <a:pt x="16257" y="12420"/>
                  <a:pt x="16257" y="12420"/>
                </a:cubicBezTo>
                <a:cubicBezTo>
                  <a:pt x="16228" y="12420"/>
                  <a:pt x="16228" y="12112"/>
                  <a:pt x="16200" y="12112"/>
                </a:cubicBezTo>
                <a:cubicBezTo>
                  <a:pt x="16087" y="11803"/>
                  <a:pt x="15861" y="11186"/>
                  <a:pt x="15832" y="11186"/>
                </a:cubicBezTo>
                <a:cubicBezTo>
                  <a:pt x="13203" y="6866"/>
                  <a:pt x="11083" y="5940"/>
                  <a:pt x="9075" y="6558"/>
                </a:cubicBezTo>
                <a:cubicBezTo>
                  <a:pt x="10800" y="5323"/>
                  <a:pt x="12609" y="4398"/>
                  <a:pt x="14617" y="5632"/>
                </a:cubicBezTo>
                <a:cubicBezTo>
                  <a:pt x="14815" y="5940"/>
                  <a:pt x="17020" y="5015"/>
                  <a:pt x="18886" y="4089"/>
                </a:cubicBezTo>
                <a:cubicBezTo>
                  <a:pt x="20158" y="3472"/>
                  <a:pt x="21289" y="2855"/>
                  <a:pt x="21515" y="2238"/>
                </a:cubicBezTo>
                <a:cubicBezTo>
                  <a:pt x="21543" y="2238"/>
                  <a:pt x="21572" y="2238"/>
                  <a:pt x="21572" y="1929"/>
                </a:cubicBezTo>
                <a:cubicBezTo>
                  <a:pt x="21600" y="1620"/>
                  <a:pt x="21600" y="1003"/>
                  <a:pt x="21572" y="386"/>
                </a:cubicBezTo>
                <a:cubicBezTo>
                  <a:pt x="21572" y="386"/>
                  <a:pt x="21572" y="386"/>
                  <a:pt x="21572" y="386"/>
                </a:cubicBezTo>
                <a:cubicBezTo>
                  <a:pt x="21572" y="386"/>
                  <a:pt x="21515" y="386"/>
                  <a:pt x="21459" y="386"/>
                </a:cubicBezTo>
                <a:cubicBezTo>
                  <a:pt x="21459" y="386"/>
                  <a:pt x="21459" y="386"/>
                  <a:pt x="21459" y="386"/>
                </a:cubicBezTo>
                <a:cubicBezTo>
                  <a:pt x="21459" y="386"/>
                  <a:pt x="21459" y="386"/>
                  <a:pt x="21459" y="386"/>
                </a:cubicBezTo>
                <a:cubicBezTo>
                  <a:pt x="21148" y="386"/>
                  <a:pt x="20158" y="386"/>
                  <a:pt x="19282" y="386"/>
                </a:cubicBezTo>
                <a:cubicBezTo>
                  <a:pt x="18518" y="386"/>
                  <a:pt x="17840" y="386"/>
                  <a:pt x="17670" y="386"/>
                </a:cubicBezTo>
                <a:cubicBezTo>
                  <a:pt x="13401" y="-231"/>
                  <a:pt x="9330" y="78"/>
                  <a:pt x="5174" y="78"/>
                </a:cubicBezTo>
                <a:cubicBezTo>
                  <a:pt x="3562" y="78"/>
                  <a:pt x="1923" y="78"/>
                  <a:pt x="85" y="78"/>
                </a:cubicBezTo>
                <a:close/>
              </a:path>
            </a:pathLst>
          </a:custGeom>
          <a:solidFill>
            <a:srgbClr val="005790"/>
          </a:solidFill>
          <a:ln w="12700">
            <a:miter lim="400000"/>
          </a:ln>
        </p:spPr>
        <p:txBody>
          <a:bodyPr lIns="45719" rIns="45719"/>
          <a:lstStyle/>
          <a:p>
            <a:pPr>
              <a:defRPr sz="1800"/>
            </a:pPr>
          </a:p>
        </p:txBody>
      </p:sp>
      <p:pic>
        <p:nvPicPr>
          <p:cNvPr id="239" name="صورة 8" descr="صورة 8"/>
          <p:cNvPicPr>
            <a:picLocks noChangeAspect="1"/>
          </p:cNvPicPr>
          <p:nvPr/>
        </p:nvPicPr>
        <p:blipFill>
          <a:blip r:embed="rId2">
            <a:extLst/>
          </a:blip>
          <a:stretch>
            <a:fillRect/>
          </a:stretch>
        </p:blipFill>
        <p:spPr>
          <a:xfrm>
            <a:off x="5443270" y="518399"/>
            <a:ext cx="3650761" cy="3366534"/>
          </a:xfrm>
          <a:prstGeom prst="rect">
            <a:avLst/>
          </a:prstGeom>
          <a:ln w="12700">
            <a:miter lim="400000"/>
          </a:ln>
        </p:spPr>
      </p:pic>
    </p:spTree>
  </p:cSld>
  <p:clrMapOvr>
    <a:masterClrMapping/>
  </p:clrMapOvr>
  <mc:AlternateContent xmlns:mc="http://schemas.openxmlformats.org/markup-compatibility/2006">
    <mc:Choice xmlns:p14="http://schemas.microsoft.com/office/powerpoint/2010/main" Requires="p14">
      <p:transition spd="slow" advClick="0" advTm="0" p14:dur="1200">
        <p:wipe dir="l"/>
      </p:transition>
    </mc:Choice>
    <mc:Fallback>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41" name="Google Shape;1555;p122"/>
          <p:cNvSpPr txBox="1"/>
          <p:nvPr>
            <p:ph type="title"/>
          </p:nvPr>
        </p:nvSpPr>
        <p:spPr>
          <a:xfrm>
            <a:off x="1244250" y="257824"/>
            <a:ext cx="6655501" cy="572702"/>
          </a:xfrm>
          <a:prstGeom prst="rect">
            <a:avLst/>
          </a:prstGeom>
        </p:spPr>
        <p:txBody>
          <a:bodyPr/>
          <a:lstStyle>
            <a:lvl1pPr defTabSz="795527">
              <a:defRPr sz="2610">
                <a:solidFill>
                  <a:srgbClr val="C00000"/>
                </a:solidFill>
                <a:latin typeface="Andalus"/>
                <a:ea typeface="Andalus"/>
                <a:cs typeface="Andalus"/>
                <a:sym typeface="Andalus"/>
              </a:defRPr>
            </a:lvl1pPr>
          </a:lstStyle>
          <a:p>
            <a:pPr rtl="0">
              <a:defRPr/>
            </a:pPr>
            <a:r>
              <a:t>Our team</a:t>
            </a:r>
          </a:p>
        </p:txBody>
      </p:sp>
      <p:sp>
        <p:nvSpPr>
          <p:cNvPr id="242" name="Google Shape;1559;p122"/>
          <p:cNvSpPr txBox="1"/>
          <p:nvPr>
            <p:ph type="body" sz="quarter" idx="1"/>
          </p:nvPr>
        </p:nvSpPr>
        <p:spPr>
          <a:xfrm>
            <a:off x="364128" y="2155550"/>
            <a:ext cx="1977377" cy="416200"/>
          </a:xfrm>
          <a:prstGeom prst="rect">
            <a:avLst/>
          </a:prstGeom>
        </p:spPr>
        <p:txBody>
          <a:bodyPr/>
          <a:lstStyle>
            <a:lvl1pPr marL="0" indent="0">
              <a:defRPr b="1" sz="1200">
                <a:solidFill>
                  <a:srgbClr val="005790"/>
                </a:solidFill>
                <a:latin typeface="Aharoni"/>
                <a:ea typeface="Aharoni"/>
                <a:cs typeface="Aharoni"/>
                <a:sym typeface="Aharoni"/>
              </a:defRPr>
            </a:lvl1pPr>
          </a:lstStyle>
          <a:p>
            <a:pPr rtl="0">
              <a:defRPr/>
            </a:pPr>
            <a:r>
              <a:t>Abdul-Hamid Ibrahim</a:t>
            </a:r>
          </a:p>
        </p:txBody>
      </p:sp>
      <p:pic>
        <p:nvPicPr>
          <p:cNvPr id="243" name="Google Shape;1562;p122" descr="Google Shape;1562;p122"/>
          <p:cNvPicPr>
            <a:picLocks noChangeAspect="1"/>
          </p:cNvPicPr>
          <p:nvPr/>
        </p:nvPicPr>
        <p:blipFill>
          <a:blip r:embed="rId2">
            <a:extLst/>
          </a:blip>
          <a:srcRect l="0" t="7944" r="0" b="24944"/>
          <a:stretch>
            <a:fillRect/>
          </a:stretch>
        </p:blipFill>
        <p:spPr>
          <a:xfrm>
            <a:off x="2962761" y="935281"/>
            <a:ext cx="1152407" cy="1152406"/>
          </a:xfrm>
          <a:prstGeom prst="rect">
            <a:avLst/>
          </a:prstGeom>
          <a:ln w="28575">
            <a:solidFill>
              <a:schemeClr val="accent1"/>
            </a:solidFill>
          </a:ln>
        </p:spPr>
      </p:pic>
      <p:pic>
        <p:nvPicPr>
          <p:cNvPr id="244" name="Google Shape;1562;p122" descr="Google Shape;1562;p122"/>
          <p:cNvPicPr>
            <a:picLocks noChangeAspect="1"/>
          </p:cNvPicPr>
          <p:nvPr/>
        </p:nvPicPr>
        <p:blipFill>
          <a:blip r:embed="rId3">
            <a:extLst/>
          </a:blip>
          <a:srcRect l="0" t="7944" r="0" b="24944"/>
          <a:stretch>
            <a:fillRect/>
          </a:stretch>
        </p:blipFill>
        <p:spPr>
          <a:xfrm>
            <a:off x="5148912" y="935280"/>
            <a:ext cx="1152406" cy="1152406"/>
          </a:xfrm>
          <a:prstGeom prst="rect">
            <a:avLst/>
          </a:prstGeom>
          <a:ln w="28575">
            <a:solidFill>
              <a:schemeClr val="accent1"/>
            </a:solidFill>
          </a:ln>
        </p:spPr>
      </p:pic>
      <p:pic>
        <p:nvPicPr>
          <p:cNvPr id="245" name="Google Shape;1562;p122" descr="Google Shape;1562;p122"/>
          <p:cNvPicPr>
            <a:picLocks noChangeAspect="1"/>
          </p:cNvPicPr>
          <p:nvPr/>
        </p:nvPicPr>
        <p:blipFill>
          <a:blip r:embed="rId4">
            <a:extLst/>
          </a:blip>
          <a:srcRect l="0" t="7944" r="0" b="24944"/>
          <a:stretch>
            <a:fillRect/>
          </a:stretch>
        </p:blipFill>
        <p:spPr>
          <a:xfrm>
            <a:off x="7335060" y="935280"/>
            <a:ext cx="1153755" cy="1160339"/>
          </a:xfrm>
          <a:prstGeom prst="rect">
            <a:avLst/>
          </a:prstGeom>
          <a:ln w="28575">
            <a:solidFill>
              <a:schemeClr val="accent1"/>
            </a:solidFill>
          </a:ln>
        </p:spPr>
      </p:pic>
      <p:pic>
        <p:nvPicPr>
          <p:cNvPr id="246" name="Google Shape;1562;p122" descr="Google Shape;1562;p122"/>
          <p:cNvPicPr>
            <a:picLocks noChangeAspect="1"/>
          </p:cNvPicPr>
          <p:nvPr/>
        </p:nvPicPr>
        <p:blipFill>
          <a:blip r:embed="rId5">
            <a:extLst/>
          </a:blip>
          <a:srcRect l="0" t="7944" r="0" b="24944"/>
          <a:stretch>
            <a:fillRect/>
          </a:stretch>
        </p:blipFill>
        <p:spPr>
          <a:xfrm>
            <a:off x="776616" y="2862989"/>
            <a:ext cx="1152406" cy="1152406"/>
          </a:xfrm>
          <a:prstGeom prst="rect">
            <a:avLst/>
          </a:prstGeom>
          <a:ln w="28575">
            <a:solidFill>
              <a:schemeClr val="accent1"/>
            </a:solidFill>
          </a:ln>
        </p:spPr>
      </p:pic>
      <p:pic>
        <p:nvPicPr>
          <p:cNvPr id="247" name="Google Shape;1562;p122" descr="Google Shape;1562;p122"/>
          <p:cNvPicPr>
            <a:picLocks noChangeAspect="1"/>
          </p:cNvPicPr>
          <p:nvPr/>
        </p:nvPicPr>
        <p:blipFill>
          <a:blip r:embed="rId6">
            <a:extLst/>
          </a:blip>
          <a:srcRect l="0" t="7944" r="0" b="24944"/>
          <a:stretch>
            <a:fillRect/>
          </a:stretch>
        </p:blipFill>
        <p:spPr>
          <a:xfrm>
            <a:off x="2962763" y="2862988"/>
            <a:ext cx="1152406" cy="1152406"/>
          </a:xfrm>
          <a:prstGeom prst="rect">
            <a:avLst/>
          </a:prstGeom>
          <a:ln w="28575">
            <a:solidFill>
              <a:schemeClr val="accent1"/>
            </a:solidFill>
          </a:ln>
        </p:spPr>
      </p:pic>
      <p:pic>
        <p:nvPicPr>
          <p:cNvPr id="248" name="Google Shape;1562;p122" descr="Google Shape;1562;p122"/>
          <p:cNvPicPr>
            <a:picLocks noChangeAspect="1"/>
          </p:cNvPicPr>
          <p:nvPr/>
        </p:nvPicPr>
        <p:blipFill>
          <a:blip r:embed="rId7">
            <a:extLst/>
          </a:blip>
          <a:srcRect l="0" t="7944" r="0" b="24944"/>
          <a:stretch>
            <a:fillRect/>
          </a:stretch>
        </p:blipFill>
        <p:spPr>
          <a:xfrm>
            <a:off x="5148912" y="2862989"/>
            <a:ext cx="1152406" cy="1152406"/>
          </a:xfrm>
          <a:prstGeom prst="rect">
            <a:avLst/>
          </a:prstGeom>
          <a:ln w="28575">
            <a:solidFill>
              <a:schemeClr val="accent1"/>
            </a:solidFill>
          </a:ln>
        </p:spPr>
      </p:pic>
      <p:sp>
        <p:nvSpPr>
          <p:cNvPr id="249" name="Google Shape;1559;p122"/>
          <p:cNvSpPr txBox="1"/>
          <p:nvPr/>
        </p:nvSpPr>
        <p:spPr>
          <a:xfrm>
            <a:off x="364128" y="4098533"/>
            <a:ext cx="1977377" cy="373351"/>
          </a:xfrm>
          <a:prstGeom prst="rect">
            <a:avLst/>
          </a:prstGeom>
          <a:ln w="12700">
            <a:miter lim="400000"/>
          </a:ln>
          <a:extLst>
            <a:ext uri="{C572A759-6A51-4108-AA02-DFA0A04FC94B}">
              <ma14:wrappingTextBoxFlag xmlns:ma14="http://schemas.microsoft.com/office/mac/drawingml/2011/main" val="1"/>
            </a:ext>
          </a:extLst>
        </p:spPr>
        <p:txBody>
          <a:bodyPr lIns="91424" tIns="91424" rIns="91424" bIns="91424">
            <a:spAutoFit/>
          </a:bodyPr>
          <a:lstStyle>
            <a:lvl1pPr algn="ctr">
              <a:defRPr b="1" sz="1200">
                <a:solidFill>
                  <a:srgbClr val="005790"/>
                </a:solidFill>
                <a:latin typeface="Aharoni"/>
                <a:ea typeface="Aharoni"/>
                <a:cs typeface="Aharoni"/>
                <a:sym typeface="Aharoni"/>
              </a:defRPr>
            </a:lvl1pPr>
          </a:lstStyle>
          <a:p>
            <a:pPr/>
            <a:r>
              <a:t>Safa Salah</a:t>
            </a:r>
          </a:p>
        </p:txBody>
      </p:sp>
      <p:sp>
        <p:nvSpPr>
          <p:cNvPr id="250" name="Google Shape;1559;p122"/>
          <p:cNvSpPr txBox="1"/>
          <p:nvPr/>
        </p:nvSpPr>
        <p:spPr>
          <a:xfrm>
            <a:off x="2550278" y="2155550"/>
            <a:ext cx="1977376" cy="373351"/>
          </a:xfrm>
          <a:prstGeom prst="rect">
            <a:avLst/>
          </a:prstGeom>
          <a:ln w="12700">
            <a:miter lim="400000"/>
          </a:ln>
          <a:extLst>
            <a:ext uri="{C572A759-6A51-4108-AA02-DFA0A04FC94B}">
              <ma14:wrappingTextBoxFlag xmlns:ma14="http://schemas.microsoft.com/office/mac/drawingml/2011/main" val="1"/>
            </a:ext>
          </a:extLst>
        </p:spPr>
        <p:txBody>
          <a:bodyPr lIns="91424" tIns="91424" rIns="91424" bIns="91424">
            <a:spAutoFit/>
          </a:bodyPr>
          <a:lstStyle>
            <a:lvl1pPr algn="ctr">
              <a:defRPr b="1" sz="1200">
                <a:solidFill>
                  <a:srgbClr val="005790"/>
                </a:solidFill>
                <a:latin typeface="Aharoni"/>
                <a:ea typeface="Aharoni"/>
                <a:cs typeface="Aharoni"/>
                <a:sym typeface="Aharoni"/>
              </a:defRPr>
            </a:lvl1pPr>
          </a:lstStyle>
          <a:p>
            <a:pPr/>
            <a:r>
              <a:t>Abdul-Rahman Fawzi</a:t>
            </a:r>
          </a:p>
        </p:txBody>
      </p:sp>
      <p:sp>
        <p:nvSpPr>
          <p:cNvPr id="251" name="Google Shape;1559;p122"/>
          <p:cNvSpPr txBox="1"/>
          <p:nvPr/>
        </p:nvSpPr>
        <p:spPr>
          <a:xfrm>
            <a:off x="2550278" y="4098533"/>
            <a:ext cx="1977376" cy="373351"/>
          </a:xfrm>
          <a:prstGeom prst="rect">
            <a:avLst/>
          </a:prstGeom>
          <a:ln w="12700">
            <a:miter lim="400000"/>
          </a:ln>
          <a:extLst>
            <a:ext uri="{C572A759-6A51-4108-AA02-DFA0A04FC94B}">
              <ma14:wrappingTextBoxFlag xmlns:ma14="http://schemas.microsoft.com/office/mac/drawingml/2011/main" val="1"/>
            </a:ext>
          </a:extLst>
        </p:spPr>
        <p:txBody>
          <a:bodyPr lIns="91424" tIns="91424" rIns="91424" bIns="91424">
            <a:spAutoFit/>
          </a:bodyPr>
          <a:lstStyle>
            <a:lvl1pPr algn="ctr">
              <a:defRPr b="1" sz="1200">
                <a:solidFill>
                  <a:srgbClr val="005790"/>
                </a:solidFill>
                <a:latin typeface="Aharoni"/>
                <a:ea typeface="Aharoni"/>
                <a:cs typeface="Aharoni"/>
                <a:sym typeface="Aharoni"/>
              </a:defRPr>
            </a:lvl1pPr>
          </a:lstStyle>
          <a:p>
            <a:pPr/>
            <a:r>
              <a:t>Samar Talat</a:t>
            </a:r>
          </a:p>
        </p:txBody>
      </p:sp>
      <p:sp>
        <p:nvSpPr>
          <p:cNvPr id="252" name="Google Shape;1559;p122"/>
          <p:cNvSpPr txBox="1"/>
          <p:nvPr/>
        </p:nvSpPr>
        <p:spPr>
          <a:xfrm>
            <a:off x="4736427" y="2155550"/>
            <a:ext cx="1977376" cy="373351"/>
          </a:xfrm>
          <a:prstGeom prst="rect">
            <a:avLst/>
          </a:prstGeom>
          <a:ln w="12700">
            <a:miter lim="400000"/>
          </a:ln>
          <a:extLst>
            <a:ext uri="{C572A759-6A51-4108-AA02-DFA0A04FC94B}">
              <ma14:wrappingTextBoxFlag xmlns:ma14="http://schemas.microsoft.com/office/mac/drawingml/2011/main" val="1"/>
            </a:ext>
          </a:extLst>
        </p:spPr>
        <p:txBody>
          <a:bodyPr lIns="91424" tIns="91424" rIns="91424" bIns="91424">
            <a:spAutoFit/>
          </a:bodyPr>
          <a:lstStyle>
            <a:lvl1pPr algn="ctr">
              <a:defRPr b="1" sz="1200">
                <a:solidFill>
                  <a:srgbClr val="005790"/>
                </a:solidFill>
                <a:latin typeface="Aharoni"/>
                <a:ea typeface="Aharoni"/>
                <a:cs typeface="Aharoni"/>
                <a:sym typeface="Aharoni"/>
              </a:defRPr>
            </a:lvl1pPr>
          </a:lstStyle>
          <a:p>
            <a:pPr/>
            <a:r>
              <a:t>Abdul-Rahman Salah</a:t>
            </a:r>
          </a:p>
        </p:txBody>
      </p:sp>
      <p:sp>
        <p:nvSpPr>
          <p:cNvPr id="253" name="Google Shape;1559;p122"/>
          <p:cNvSpPr txBox="1"/>
          <p:nvPr/>
        </p:nvSpPr>
        <p:spPr>
          <a:xfrm>
            <a:off x="4736427" y="4098533"/>
            <a:ext cx="1977376" cy="373351"/>
          </a:xfrm>
          <a:prstGeom prst="rect">
            <a:avLst/>
          </a:prstGeom>
          <a:ln w="12700">
            <a:miter lim="400000"/>
          </a:ln>
          <a:extLst>
            <a:ext uri="{C572A759-6A51-4108-AA02-DFA0A04FC94B}">
              <ma14:wrappingTextBoxFlag xmlns:ma14="http://schemas.microsoft.com/office/mac/drawingml/2011/main" val="1"/>
            </a:ext>
          </a:extLst>
        </p:spPr>
        <p:txBody>
          <a:bodyPr lIns="91424" tIns="91424" rIns="91424" bIns="91424">
            <a:spAutoFit/>
          </a:bodyPr>
          <a:lstStyle>
            <a:lvl1pPr algn="ctr">
              <a:defRPr b="1" sz="1200">
                <a:solidFill>
                  <a:srgbClr val="005790"/>
                </a:solidFill>
                <a:latin typeface="Aharoni"/>
                <a:ea typeface="Aharoni"/>
                <a:cs typeface="Aharoni"/>
                <a:sym typeface="Aharoni"/>
              </a:defRPr>
            </a:lvl1pPr>
          </a:lstStyle>
          <a:p>
            <a:pPr/>
            <a:r>
              <a:t>Soha Talat</a:t>
            </a:r>
          </a:p>
        </p:txBody>
      </p:sp>
      <p:sp>
        <p:nvSpPr>
          <p:cNvPr id="254" name="Google Shape;1559;p122"/>
          <p:cNvSpPr txBox="1"/>
          <p:nvPr/>
        </p:nvSpPr>
        <p:spPr>
          <a:xfrm>
            <a:off x="6922575" y="2155550"/>
            <a:ext cx="1977376" cy="373351"/>
          </a:xfrm>
          <a:prstGeom prst="rect">
            <a:avLst/>
          </a:prstGeom>
          <a:ln w="12700">
            <a:miter lim="400000"/>
          </a:ln>
          <a:extLst>
            <a:ext uri="{C572A759-6A51-4108-AA02-DFA0A04FC94B}">
              <ma14:wrappingTextBoxFlag xmlns:ma14="http://schemas.microsoft.com/office/mac/drawingml/2011/main" val="1"/>
            </a:ext>
          </a:extLst>
        </p:spPr>
        <p:txBody>
          <a:bodyPr lIns="91424" tIns="91424" rIns="91424" bIns="91424">
            <a:spAutoFit/>
          </a:bodyPr>
          <a:lstStyle>
            <a:lvl1pPr algn="ctr">
              <a:defRPr b="1" sz="1200">
                <a:solidFill>
                  <a:srgbClr val="005790"/>
                </a:solidFill>
                <a:latin typeface="Aharoni"/>
                <a:ea typeface="Aharoni"/>
                <a:cs typeface="Aharoni"/>
                <a:sym typeface="Aharoni"/>
              </a:defRPr>
            </a:lvl1pPr>
          </a:lstStyle>
          <a:p>
            <a:pPr/>
            <a:r>
              <a:t>Hagar Mosleh</a:t>
            </a:r>
          </a:p>
        </p:txBody>
      </p:sp>
      <p:sp>
        <p:nvSpPr>
          <p:cNvPr id="255" name="Google Shape;1559;p122"/>
          <p:cNvSpPr txBox="1"/>
          <p:nvPr/>
        </p:nvSpPr>
        <p:spPr>
          <a:xfrm>
            <a:off x="6922575" y="4098531"/>
            <a:ext cx="1977376" cy="373351"/>
          </a:xfrm>
          <a:prstGeom prst="rect">
            <a:avLst/>
          </a:prstGeom>
          <a:ln w="12700">
            <a:miter lim="400000"/>
          </a:ln>
          <a:extLst>
            <a:ext uri="{C572A759-6A51-4108-AA02-DFA0A04FC94B}">
              <ma14:wrappingTextBoxFlag xmlns:ma14="http://schemas.microsoft.com/office/mac/drawingml/2011/main" val="1"/>
            </a:ext>
          </a:extLst>
        </p:spPr>
        <p:txBody>
          <a:bodyPr lIns="91424" tIns="91424" rIns="91424" bIns="91424">
            <a:spAutoFit/>
          </a:bodyPr>
          <a:lstStyle>
            <a:lvl1pPr algn="ctr">
              <a:defRPr b="1" sz="1200">
                <a:solidFill>
                  <a:srgbClr val="005790"/>
                </a:solidFill>
                <a:latin typeface="Aharoni"/>
                <a:ea typeface="Aharoni"/>
                <a:cs typeface="Aharoni"/>
                <a:sym typeface="Aharoni"/>
              </a:defRPr>
            </a:lvl1pPr>
          </a:lstStyle>
          <a:p>
            <a:pPr/>
            <a:r>
              <a:t>Mennatullah Rabie</a:t>
            </a:r>
          </a:p>
        </p:txBody>
      </p:sp>
      <p:pic>
        <p:nvPicPr>
          <p:cNvPr id="256" name="Google Shape;1562;p122" descr="Google Shape;1562;p122"/>
          <p:cNvPicPr>
            <a:picLocks noChangeAspect="1"/>
          </p:cNvPicPr>
          <p:nvPr/>
        </p:nvPicPr>
        <p:blipFill>
          <a:blip r:embed="rId8">
            <a:extLst/>
          </a:blip>
          <a:srcRect l="0" t="7944" r="0" b="24944"/>
          <a:stretch>
            <a:fillRect/>
          </a:stretch>
        </p:blipFill>
        <p:spPr>
          <a:xfrm>
            <a:off x="776613" y="935281"/>
            <a:ext cx="1152406" cy="1152406"/>
          </a:xfrm>
          <a:prstGeom prst="rect">
            <a:avLst/>
          </a:prstGeom>
          <a:ln w="28575">
            <a:solidFill>
              <a:schemeClr val="accent1"/>
            </a:solidFill>
          </a:ln>
        </p:spPr>
      </p:pic>
      <p:pic>
        <p:nvPicPr>
          <p:cNvPr id="257" name="Picture 4" descr="Picture 4"/>
          <p:cNvPicPr>
            <a:picLocks noChangeAspect="1"/>
          </p:cNvPicPr>
          <p:nvPr/>
        </p:nvPicPr>
        <p:blipFill>
          <a:blip r:embed="rId9">
            <a:extLst/>
          </a:blip>
          <a:stretch>
            <a:fillRect/>
          </a:stretch>
        </p:blipFill>
        <p:spPr>
          <a:xfrm>
            <a:off x="7252969" y="2762885"/>
            <a:ext cx="1272541" cy="1252221"/>
          </a:xfrm>
          <a:prstGeom prst="rect">
            <a:avLst/>
          </a:prstGeom>
          <a:ln w="12700">
            <a:miter lim="400000"/>
          </a:ln>
        </p:spPr>
      </p:pic>
    </p:spTree>
  </p:cSld>
  <p:clrMapOvr>
    <a:masterClrMapping/>
  </p:clrMapOvr>
  <mc:AlternateContent xmlns:mc="http://schemas.openxmlformats.org/markup-compatibility/2006">
    <mc:Choice xmlns:p14="http://schemas.microsoft.com/office/powerpoint/2010/main" Requires="p14">
      <p:transition spd="slow" advClick="0" advTm="0" p14:dur="1200">
        <p:wipe dir="l"/>
      </p:transition>
    </mc:Choice>
    <mc:Fallback>
      <p:transition spd="slow">
        <p:fade/>
      </p:transition>
    </mc:Fallback>
  </mc:AlternateContent>
  <p:timing>
    <p:tnLst>
      <p:par>
        <p:cTn id="1" nodeType="tmRoot" restart="never" dur="indefinite" fill="hold">
          <p:childTnLst>
            <p:seq concurrent="1" prevAc="none" nextAc="seek">
              <p:cTn id="2" nodeType="mainSeq" dur="indefinite" fill="hold">
                <p:childTnLst>
                  <p:par>
                    <p:cTn id="3" fill="hold">
                      <p:stCondLst>
                        <p:cond delay="indefinite"/>
                      </p:stCondLst>
                      <p:childTnLst>
                        <p:par>
                          <p:cTn id="4" fill="hold">
                            <p:stCondLst>
                              <p:cond delay="0"/>
                            </p:stCondLst>
                            <p:childTnLst>
                              <p:par>
                                <p:cTn id="5" presetClass="entr" nodeType="clickEffect" presetSubtype="0" presetID="1" grpId="1" fill="hold">
                                  <p:stCondLst>
                                    <p:cond delay="0"/>
                                  </p:stCondLst>
                                  <p:iterate type="el" backwards="0">
                                    <p:tmAbs val="0"/>
                                  </p:iterate>
                                  <p:childTnLst>
                                    <p:set>
                                      <p:cBhvr>
                                        <p:cTn id="6" fill="hold"/>
                                        <p:tgtEl>
                                          <p:spTgt spid="24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Class="entr" nodeType="clickEffect" presetSubtype="0" presetID="1" grpId="2" fill="hold">
                                  <p:stCondLst>
                                    <p:cond delay="0"/>
                                  </p:stCondLst>
                                  <p:iterate type="el" backwards="0">
                                    <p:tmAbs val="0"/>
                                  </p:iterate>
                                  <p:childTnLst>
                                    <p:set>
                                      <p:cBhvr>
                                        <p:cTn id="10" fill="hold"/>
                                        <p:tgtEl>
                                          <p:spTgt spid="24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Class="entr" nodeType="clickEffect" presetSubtype="0" presetID="1" grpId="3" fill="hold">
                                  <p:stCondLst>
                                    <p:cond delay="0"/>
                                  </p:stCondLst>
                                  <p:iterate type="el" backwards="0">
                                    <p:tmAbs val="0"/>
                                  </p:iterate>
                                  <p:childTnLst>
                                    <p:set>
                                      <p:cBhvr>
                                        <p:cTn id="14" fill="hold"/>
                                        <p:tgtEl>
                                          <p:spTgt spid="249"/>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Class="entr" nodeType="clickEffect" presetSubtype="0" presetID="1" grpId="4" fill="hold">
                                  <p:stCondLst>
                                    <p:cond delay="0"/>
                                  </p:stCondLst>
                                  <p:iterate type="el" backwards="0">
                                    <p:tmAbs val="0"/>
                                  </p:iterate>
                                  <p:childTnLst>
                                    <p:set>
                                      <p:cBhvr>
                                        <p:cTn id="18" fill="hold"/>
                                        <p:tgtEl>
                                          <p:spTgt spid="250"/>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Class="entr" nodeType="clickEffect" presetSubtype="0" presetID="1" grpId="5" fill="hold">
                                  <p:stCondLst>
                                    <p:cond delay="0"/>
                                  </p:stCondLst>
                                  <p:iterate type="el" backwards="0">
                                    <p:tmAbs val="0"/>
                                  </p:iterate>
                                  <p:childTnLst>
                                    <p:set>
                                      <p:cBhvr>
                                        <p:cTn id="22" fill="hold"/>
                                        <p:tgtEl>
                                          <p:spTgt spid="251"/>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Class="entr" nodeType="clickEffect" presetSubtype="0" presetID="1" grpId="6" fill="hold">
                                  <p:stCondLst>
                                    <p:cond delay="0"/>
                                  </p:stCondLst>
                                  <p:iterate type="el" backwards="0">
                                    <p:tmAbs val="0"/>
                                  </p:iterate>
                                  <p:childTnLst>
                                    <p:set>
                                      <p:cBhvr>
                                        <p:cTn id="26" fill="hold"/>
                                        <p:tgtEl>
                                          <p:spTgt spid="252"/>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Class="entr" nodeType="clickEffect" presetSubtype="0" presetID="1" grpId="7" fill="hold">
                                  <p:stCondLst>
                                    <p:cond delay="0"/>
                                  </p:stCondLst>
                                  <p:iterate type="el" backwards="0">
                                    <p:tmAbs val="0"/>
                                  </p:iterate>
                                  <p:childTnLst>
                                    <p:set>
                                      <p:cBhvr>
                                        <p:cTn id="30" fill="hold"/>
                                        <p:tgtEl>
                                          <p:spTgt spid="253"/>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Class="entr" nodeType="clickEffect" presetSubtype="0" presetID="1" grpId="8" fill="hold">
                                  <p:stCondLst>
                                    <p:cond delay="0"/>
                                  </p:stCondLst>
                                  <p:iterate type="el" backwards="0">
                                    <p:tmAbs val="0"/>
                                  </p:iterate>
                                  <p:childTnLst>
                                    <p:set>
                                      <p:cBhvr>
                                        <p:cTn id="34" fill="hold"/>
                                        <p:tgtEl>
                                          <p:spTgt spid="254"/>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Class="entr" nodeType="clickEffect" presetSubtype="0" presetID="1" grpId="9" fill="hold">
                                  <p:stCondLst>
                                    <p:cond delay="0"/>
                                  </p:stCondLst>
                                  <p:iterate type="el" backwards="0">
                                    <p:tmAbs val="0"/>
                                  </p:iterate>
                                  <p:childTnLst>
                                    <p:set>
                                      <p:cBhvr>
                                        <p:cTn id="38" fill="hold"/>
                                        <p:tgtEl>
                                          <p:spTgt spid="255"/>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bldLst>
      <p:bldP build="whole" bldLvl="1" animBg="1" rev="0" advAuto="0" spid="241" grpId="1"/>
      <p:bldP build="whole" bldLvl="1" animBg="1" rev="0" advAuto="0" spid="253" grpId="7"/>
      <p:bldP build="whole" bldLvl="1" animBg="1" rev="0" advAuto="0" spid="252" grpId="6"/>
      <p:bldP build="whole" bldLvl="1" animBg="1" rev="0" advAuto="0" spid="242" grpId="2"/>
      <p:bldP build="whole" bldLvl="1" animBg="1" rev="0" advAuto="0" spid="249" grpId="3"/>
      <p:bldP build="whole" bldLvl="1" animBg="1" rev="0" advAuto="0" spid="250" grpId="4"/>
      <p:bldP build="whole" bldLvl="1" animBg="1" rev="0" advAuto="0" spid="251" grpId="5"/>
      <p:bldP build="whole" bldLvl="1" animBg="1" rev="0" advAuto="0" spid="254" grpId="8"/>
      <p:bldP build="whole" bldLvl="1" animBg="1" rev="0" advAuto="0" spid="255" grpId="9"/>
    </p:bldLst>
  </p:timing>
</p:sld>
</file>

<file path=ppt/slides/slide4.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59" name="矩形 23"/>
          <p:cNvSpPr/>
          <p:nvPr/>
        </p:nvSpPr>
        <p:spPr>
          <a:xfrm>
            <a:off x="337608" y="899531"/>
            <a:ext cx="8468784" cy="3762030"/>
          </a:xfrm>
          <a:prstGeom prst="rect">
            <a:avLst/>
          </a:prstGeom>
          <a:ln w="28575">
            <a:solidFill>
              <a:srgbClr val="414042"/>
            </a:solidFill>
            <a:prstDash val="sysDash"/>
          </a:ln>
        </p:spPr>
        <p:txBody>
          <a:bodyPr lIns="45719" rIns="45719" anchor="ctr"/>
          <a:lstStyle/>
          <a:p>
            <a:pPr algn="ctr">
              <a:defRPr>
                <a:solidFill>
                  <a:srgbClr val="414042"/>
                </a:solidFill>
              </a:defRPr>
            </a:pPr>
          </a:p>
        </p:txBody>
      </p:sp>
      <p:sp>
        <p:nvSpPr>
          <p:cNvPr id="260" name="矩形 27"/>
          <p:cNvSpPr txBox="1"/>
          <p:nvPr/>
        </p:nvSpPr>
        <p:spPr>
          <a:xfrm>
            <a:off x="3192115" y="273098"/>
            <a:ext cx="2759768" cy="53594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lgn="ctr">
              <a:defRPr sz="3000">
                <a:solidFill>
                  <a:srgbClr val="C00000"/>
                </a:solidFill>
                <a:latin typeface="Andalus"/>
                <a:ea typeface="Andalus"/>
                <a:cs typeface="Andalus"/>
                <a:sym typeface="Andalus"/>
              </a:defRPr>
            </a:lvl1pPr>
          </a:lstStyle>
          <a:p>
            <a:pPr/>
            <a:r>
              <a:t>Motivation</a:t>
            </a:r>
          </a:p>
        </p:txBody>
      </p:sp>
      <p:grpSp>
        <p:nvGrpSpPr>
          <p:cNvPr id="270" name="Group 21"/>
          <p:cNvGrpSpPr/>
          <p:nvPr/>
        </p:nvGrpSpPr>
        <p:grpSpPr>
          <a:xfrm>
            <a:off x="404821" y="1100320"/>
            <a:ext cx="4988324" cy="3277964"/>
            <a:chOff x="0" y="0"/>
            <a:chExt cx="4988323" cy="3277963"/>
          </a:xfrm>
        </p:grpSpPr>
        <p:grpSp>
          <p:nvGrpSpPr>
            <p:cNvPr id="263" name="Group 20"/>
            <p:cNvGrpSpPr/>
            <p:nvPr/>
          </p:nvGrpSpPr>
          <p:grpSpPr>
            <a:xfrm>
              <a:off x="0" y="2729829"/>
              <a:ext cx="4988323" cy="548135"/>
              <a:chOff x="0" y="0"/>
              <a:chExt cx="4988322" cy="548133"/>
            </a:xfrm>
          </p:grpSpPr>
          <p:pic>
            <p:nvPicPr>
              <p:cNvPr id="261" name="Google Shape;194;p3" descr="Google Shape;194;p3"/>
              <p:cNvPicPr>
                <a:picLocks noChangeAspect="1"/>
              </p:cNvPicPr>
              <p:nvPr/>
            </p:nvPicPr>
            <p:blipFill>
              <a:blip r:embed="rId2">
                <a:extLst/>
              </a:blip>
              <a:stretch>
                <a:fillRect/>
              </a:stretch>
            </p:blipFill>
            <p:spPr>
              <a:xfrm>
                <a:off x="0" y="36641"/>
                <a:ext cx="534031" cy="511493"/>
              </a:xfrm>
              <a:prstGeom prst="rect">
                <a:avLst/>
              </a:prstGeom>
              <a:ln w="12700" cap="flat">
                <a:noFill/>
                <a:miter lim="400000"/>
              </a:ln>
              <a:effectLst/>
            </p:spPr>
          </p:pic>
          <p:sp>
            <p:nvSpPr>
              <p:cNvPr id="262" name="文本框 7"/>
              <p:cNvSpPr txBox="1"/>
              <p:nvPr/>
            </p:nvSpPr>
            <p:spPr>
              <a:xfrm>
                <a:off x="579749" y="0"/>
                <a:ext cx="4408574" cy="492024"/>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9" tIns="45719" rIns="45719" bIns="45719" numCol="1" anchor="t">
                <a:spAutoFit/>
              </a:bodyPr>
              <a:lstStyle/>
              <a:p>
                <a:pPr/>
                <a:r>
                  <a:t>Lack of file upload and mail features in</a:t>
                </a:r>
              </a:p>
              <a:p>
                <a:pPr/>
                <a:r>
                  <a:t> classes.</a:t>
                </a:r>
              </a:p>
            </p:txBody>
          </p:sp>
        </p:grpSp>
        <p:grpSp>
          <p:nvGrpSpPr>
            <p:cNvPr id="266" name="Group 18"/>
            <p:cNvGrpSpPr/>
            <p:nvPr/>
          </p:nvGrpSpPr>
          <p:grpSpPr>
            <a:xfrm>
              <a:off x="48272" y="-1"/>
              <a:ext cx="4875251" cy="492025"/>
              <a:chOff x="0" y="0"/>
              <a:chExt cx="4875250" cy="492023"/>
            </a:xfrm>
          </p:grpSpPr>
          <p:pic>
            <p:nvPicPr>
              <p:cNvPr id="264" name="Google Shape;192;p3" descr="Google Shape;192;p3"/>
              <p:cNvPicPr>
                <a:picLocks noChangeAspect="1"/>
              </p:cNvPicPr>
              <p:nvPr/>
            </p:nvPicPr>
            <p:blipFill>
              <a:blip r:embed="rId3">
                <a:extLst/>
              </a:blip>
              <a:stretch>
                <a:fillRect/>
              </a:stretch>
            </p:blipFill>
            <p:spPr>
              <a:xfrm>
                <a:off x="0" y="43980"/>
                <a:ext cx="433413" cy="427439"/>
              </a:xfrm>
              <a:prstGeom prst="rect">
                <a:avLst/>
              </a:prstGeom>
              <a:ln w="12700" cap="flat">
                <a:noFill/>
                <a:miter lim="400000"/>
              </a:ln>
              <a:effectLst/>
            </p:spPr>
          </p:pic>
          <p:sp>
            <p:nvSpPr>
              <p:cNvPr id="265" name="文本框 7"/>
              <p:cNvSpPr txBox="1"/>
              <p:nvPr/>
            </p:nvSpPr>
            <p:spPr>
              <a:xfrm>
                <a:off x="466677" y="0"/>
                <a:ext cx="4408574" cy="492024"/>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9" tIns="45719" rIns="45719" bIns="45719" numCol="1" anchor="t">
                <a:spAutoFit/>
              </a:bodyPr>
              <a:lstStyle/>
              <a:p>
                <a:pPr/>
                <a:r>
                  <a:t>Difficult communication between students </a:t>
                </a:r>
              </a:p>
              <a:p>
                <a:pPr/>
                <a:r>
                  <a:t>and doctors.</a:t>
                </a:r>
              </a:p>
            </p:txBody>
          </p:sp>
        </p:grpSp>
        <p:grpSp>
          <p:nvGrpSpPr>
            <p:cNvPr id="269" name="Group 19"/>
            <p:cNvGrpSpPr/>
            <p:nvPr/>
          </p:nvGrpSpPr>
          <p:grpSpPr>
            <a:xfrm>
              <a:off x="48272" y="1317832"/>
              <a:ext cx="4940052" cy="497841"/>
              <a:chOff x="0" y="0"/>
              <a:chExt cx="4940051" cy="497840"/>
            </a:xfrm>
          </p:grpSpPr>
          <p:pic>
            <p:nvPicPr>
              <p:cNvPr id="267" name="Google Shape;193;p3" descr="Google Shape;193;p3"/>
              <p:cNvPicPr>
                <a:picLocks noChangeAspect="1"/>
              </p:cNvPicPr>
              <p:nvPr/>
            </p:nvPicPr>
            <p:blipFill>
              <a:blip r:embed="rId4">
                <a:extLst/>
              </a:blip>
              <a:stretch>
                <a:fillRect/>
              </a:stretch>
            </p:blipFill>
            <p:spPr>
              <a:xfrm>
                <a:off x="0" y="93297"/>
                <a:ext cx="433413" cy="402443"/>
              </a:xfrm>
              <a:prstGeom prst="rect">
                <a:avLst/>
              </a:prstGeom>
              <a:ln w="12700" cap="flat">
                <a:noFill/>
                <a:miter lim="400000"/>
              </a:ln>
              <a:effectLst/>
            </p:spPr>
          </p:pic>
          <p:sp>
            <p:nvSpPr>
              <p:cNvPr id="268" name="文本框 7"/>
              <p:cNvSpPr txBox="1"/>
              <p:nvPr/>
            </p:nvSpPr>
            <p:spPr>
              <a:xfrm>
                <a:off x="531478" y="0"/>
                <a:ext cx="4408574" cy="497840"/>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9" tIns="45719" rIns="45719" bIns="45719" numCol="1" anchor="t">
                <a:spAutoFit/>
              </a:bodyPr>
              <a:lstStyle/>
              <a:p>
                <a:pPr>
                  <a:defRPr>
                    <a:latin typeface="Poppins Light"/>
                    <a:ea typeface="Poppins Light"/>
                    <a:cs typeface="Poppins Light"/>
                    <a:sym typeface="Poppins Light"/>
                  </a:defRPr>
                </a:pPr>
                <a:r>
                  <a:t>Lack of control for professors over </a:t>
                </a:r>
              </a:p>
              <a:p>
                <a:pPr>
                  <a:defRPr>
                    <a:latin typeface="Poppins Light"/>
                    <a:ea typeface="Poppins Light"/>
                    <a:cs typeface="Poppins Light"/>
                    <a:sym typeface="Poppins Light"/>
                  </a:defRPr>
                </a:pPr>
                <a:r>
                  <a:t>lectures.</a:t>
                </a:r>
              </a:p>
            </p:txBody>
          </p:sp>
        </p:grpSp>
      </p:grpSp>
      <p:pic>
        <p:nvPicPr>
          <p:cNvPr id="271" name="Google Shape;197;p3" descr="Google Shape;197;p3"/>
          <p:cNvPicPr>
            <a:picLocks noChangeAspect="1"/>
          </p:cNvPicPr>
          <p:nvPr/>
        </p:nvPicPr>
        <p:blipFill>
          <a:blip r:embed="rId5">
            <a:extLst/>
          </a:blip>
          <a:stretch>
            <a:fillRect/>
          </a:stretch>
        </p:blipFill>
        <p:spPr>
          <a:xfrm>
            <a:off x="4737930" y="3826736"/>
            <a:ext cx="484342" cy="474974"/>
          </a:xfrm>
          <a:prstGeom prst="rect">
            <a:avLst/>
          </a:prstGeom>
          <a:ln w="12700">
            <a:miter lim="400000"/>
          </a:ln>
        </p:spPr>
      </p:pic>
      <p:sp>
        <p:nvSpPr>
          <p:cNvPr id="272" name="文本框 7"/>
          <p:cNvSpPr txBox="1"/>
          <p:nvPr/>
        </p:nvSpPr>
        <p:spPr>
          <a:xfrm>
            <a:off x="5317676" y="1102474"/>
            <a:ext cx="3327512" cy="695225"/>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p>
            <a:pPr/>
            <a:r>
              <a:t>Limited accessibility : accessibility might have been  restricted to specific physical locations or devices  .</a:t>
            </a:r>
          </a:p>
        </p:txBody>
      </p:sp>
      <p:sp>
        <p:nvSpPr>
          <p:cNvPr id="273" name="文本框 7"/>
          <p:cNvSpPr txBox="1"/>
          <p:nvPr/>
        </p:nvSpPr>
        <p:spPr>
          <a:xfrm>
            <a:off x="5317676" y="2541262"/>
            <a:ext cx="3327512" cy="288825"/>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p>
            <a:pPr/>
            <a:r>
              <a:t>Data mismanagement risk</a:t>
            </a:r>
          </a:p>
        </p:txBody>
      </p:sp>
      <p:sp>
        <p:nvSpPr>
          <p:cNvPr id="274" name="文本框 7"/>
          <p:cNvSpPr txBox="1"/>
          <p:nvPr/>
        </p:nvSpPr>
        <p:spPr>
          <a:xfrm>
            <a:off x="5317676" y="3431340"/>
            <a:ext cx="3327512" cy="898424"/>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p>
            <a:pPr/>
            <a:r>
              <a:t>User friendliness : the existing system may have lacked intuitive controls or interfaces , making it difficult for users to navigate .</a:t>
            </a:r>
          </a:p>
        </p:txBody>
      </p:sp>
      <p:pic>
        <p:nvPicPr>
          <p:cNvPr id="275" name="Google Shape;195;p3" descr="Google Shape;195;p3"/>
          <p:cNvPicPr>
            <a:picLocks noChangeAspect="1"/>
          </p:cNvPicPr>
          <p:nvPr/>
        </p:nvPicPr>
        <p:blipFill>
          <a:blip r:embed="rId6">
            <a:extLst/>
          </a:blip>
          <a:stretch>
            <a:fillRect/>
          </a:stretch>
        </p:blipFill>
        <p:spPr>
          <a:xfrm>
            <a:off x="4744032" y="1161204"/>
            <a:ext cx="472138" cy="463006"/>
          </a:xfrm>
          <a:prstGeom prst="rect">
            <a:avLst/>
          </a:prstGeom>
          <a:ln w="12700">
            <a:miter lim="400000"/>
          </a:ln>
        </p:spPr>
      </p:pic>
      <p:pic>
        <p:nvPicPr>
          <p:cNvPr id="276" name="Google Shape;196;p3" descr="Google Shape;196;p3"/>
          <p:cNvPicPr>
            <a:picLocks noChangeAspect="1"/>
          </p:cNvPicPr>
          <p:nvPr/>
        </p:nvPicPr>
        <p:blipFill>
          <a:blip r:embed="rId7">
            <a:extLst/>
          </a:blip>
          <a:stretch>
            <a:fillRect/>
          </a:stretch>
        </p:blipFill>
        <p:spPr>
          <a:xfrm>
            <a:off x="4688099" y="2418152"/>
            <a:ext cx="475030" cy="465828"/>
          </a:xfrm>
          <a:prstGeom prst="rect">
            <a:avLst/>
          </a:prstGeom>
          <a:ln w="12700">
            <a:miter lim="400000"/>
          </a:ln>
        </p:spPr>
      </p:pic>
    </p:spTree>
  </p:cSld>
  <p:clrMapOvr>
    <a:masterClrMapping/>
  </p:clrMapOvr>
  <mc:AlternateContent xmlns:mc="http://schemas.openxmlformats.org/markup-compatibility/2006">
    <mc:Choice xmlns:p14="http://schemas.microsoft.com/office/powerpoint/2010/main" Requires="p14">
      <p:transition spd="slow" advClick="0" advTm="0" p14:dur="1200">
        <p:wipe dir="l"/>
      </p:transition>
    </mc:Choice>
    <mc:Fallback>
      <p:transition spd="slow">
        <p:fade/>
      </p:transition>
    </mc:Fallback>
  </mc:AlternateContent>
  <p:timing>
    <p:tnLst>
      <p:par>
        <p:cTn id="1" nodeType="tmRoot" restart="never" dur="indefinite" fill="hold">
          <p:childTnLst>
            <p:seq concurrent="1" prevAc="none" nextAc="seek">
              <p:cTn id="2" nodeType="mainSeq" dur="indefinite" fill="hold">
                <p:childTnLst>
                  <p:par>
                    <p:cTn id="3" fill="hold">
                      <p:stCondLst>
                        <p:cond delay="indefinite"/>
                      </p:stCondLst>
                      <p:childTnLst>
                        <p:par>
                          <p:cTn id="4" fill="hold">
                            <p:stCondLst>
                              <p:cond delay="0"/>
                            </p:stCondLst>
                            <p:childTnLst>
                              <p:par>
                                <p:cTn id="5" presetClass="entr" nodeType="clickEffect" presetSubtype="4" presetID="2" grpId="1" fill="hold">
                                  <p:stCondLst>
                                    <p:cond delay="0"/>
                                  </p:stCondLst>
                                  <p:iterate type="el" backwards="0">
                                    <p:tmAbs val="0"/>
                                  </p:iterate>
                                  <p:childTnLst>
                                    <p:set>
                                      <p:cBhvr>
                                        <p:cTn id="6" fill="hold"/>
                                        <p:tgtEl>
                                          <p:spTgt spid="270"/>
                                        </p:tgtEl>
                                        <p:attrNameLst>
                                          <p:attrName>style.visibility</p:attrName>
                                        </p:attrNameLst>
                                      </p:cBhvr>
                                      <p:to>
                                        <p:strVal val="visible"/>
                                      </p:to>
                                    </p:set>
                                    <p:anim calcmode="lin" valueType="num">
                                      <p:cBhvr>
                                        <p:cTn id="7" dur="1000" fill="hold"/>
                                        <p:tgtEl>
                                          <p:spTgt spid="270"/>
                                        </p:tgtEl>
                                        <p:attrNameLst>
                                          <p:attrName>ppt_x</p:attrName>
                                        </p:attrNameLst>
                                      </p:cBhvr>
                                      <p:tavLst>
                                        <p:tav tm="0">
                                          <p:val>
                                            <p:strVal val="#ppt_x"/>
                                          </p:val>
                                        </p:tav>
                                        <p:tav tm="100000">
                                          <p:val>
                                            <p:strVal val="#ppt_x"/>
                                          </p:val>
                                        </p:tav>
                                      </p:tavLst>
                                    </p:anim>
                                    <p:anim calcmode="lin" valueType="num">
                                      <p:cBhvr>
                                        <p:cTn id="8" dur="1000" fill="hold"/>
                                        <p:tgtEl>
                                          <p:spTgt spid="270"/>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Class="entr" nodeType="clickEffect" presetSubtype="4" presetID="2" grpId="2" fill="hold">
                                  <p:stCondLst>
                                    <p:cond delay="0"/>
                                  </p:stCondLst>
                                  <p:iterate type="el" backwards="0">
                                    <p:tmAbs val="0"/>
                                  </p:iterate>
                                  <p:childTnLst>
                                    <p:set>
                                      <p:cBhvr>
                                        <p:cTn id="12" fill="hold"/>
                                        <p:tgtEl>
                                          <p:spTgt spid="272"/>
                                        </p:tgtEl>
                                        <p:attrNameLst>
                                          <p:attrName>style.visibility</p:attrName>
                                        </p:attrNameLst>
                                      </p:cBhvr>
                                      <p:to>
                                        <p:strVal val="visible"/>
                                      </p:to>
                                    </p:set>
                                    <p:anim calcmode="lin" valueType="num">
                                      <p:cBhvr>
                                        <p:cTn id="13" dur="1000" fill="hold"/>
                                        <p:tgtEl>
                                          <p:spTgt spid="272"/>
                                        </p:tgtEl>
                                        <p:attrNameLst>
                                          <p:attrName>ppt_x</p:attrName>
                                        </p:attrNameLst>
                                      </p:cBhvr>
                                      <p:tavLst>
                                        <p:tav tm="0">
                                          <p:val>
                                            <p:strVal val="#ppt_x"/>
                                          </p:val>
                                        </p:tav>
                                        <p:tav tm="100000">
                                          <p:val>
                                            <p:strVal val="#ppt_x"/>
                                          </p:val>
                                        </p:tav>
                                      </p:tavLst>
                                    </p:anim>
                                    <p:anim calcmode="lin" valueType="num">
                                      <p:cBhvr>
                                        <p:cTn id="14" dur="1000" fill="hold"/>
                                        <p:tgtEl>
                                          <p:spTgt spid="272"/>
                                        </p:tgtEl>
                                        <p:attrNameLst>
                                          <p:attrName>ppt_y</p:attrName>
                                        </p:attrNameLst>
                                      </p:cBhvr>
                                      <p:tavLst>
                                        <p:tav tm="0">
                                          <p:val>
                                            <p:strVal val="1+#ppt_h/2"/>
                                          </p:val>
                                        </p:tav>
                                        <p:tav tm="100000">
                                          <p:val>
                                            <p:strVal val="#ppt_y"/>
                                          </p:val>
                                        </p:tav>
                                      </p:tavLst>
                                    </p:anim>
                                  </p:childTnLst>
                                </p:cTn>
                              </p:par>
                            </p:childTnLst>
                          </p:cTn>
                        </p:par>
                        <p:par>
                          <p:cTn id="15" fill="hold">
                            <p:stCondLst>
                              <p:cond delay="1000"/>
                            </p:stCondLst>
                            <p:childTnLst>
                              <p:par>
                                <p:cTn id="16" presetClass="entr" nodeType="afterEffect" presetSubtype="4" presetID="2" grpId="3" fill="hold">
                                  <p:stCondLst>
                                    <p:cond delay="0"/>
                                  </p:stCondLst>
                                  <p:iterate type="el" backwards="0">
                                    <p:tmAbs val="0"/>
                                  </p:iterate>
                                  <p:childTnLst>
                                    <p:set>
                                      <p:cBhvr>
                                        <p:cTn id="17" fill="hold"/>
                                        <p:tgtEl>
                                          <p:spTgt spid="275"/>
                                        </p:tgtEl>
                                        <p:attrNameLst>
                                          <p:attrName>style.visibility</p:attrName>
                                        </p:attrNameLst>
                                      </p:cBhvr>
                                      <p:to>
                                        <p:strVal val="visible"/>
                                      </p:to>
                                    </p:set>
                                    <p:anim calcmode="lin" valueType="num">
                                      <p:cBhvr>
                                        <p:cTn id="18" dur="1000" fill="hold"/>
                                        <p:tgtEl>
                                          <p:spTgt spid="275"/>
                                        </p:tgtEl>
                                        <p:attrNameLst>
                                          <p:attrName>ppt_x</p:attrName>
                                        </p:attrNameLst>
                                      </p:cBhvr>
                                      <p:tavLst>
                                        <p:tav tm="0">
                                          <p:val>
                                            <p:strVal val="#ppt_x"/>
                                          </p:val>
                                        </p:tav>
                                        <p:tav tm="100000">
                                          <p:val>
                                            <p:strVal val="#ppt_x"/>
                                          </p:val>
                                        </p:tav>
                                      </p:tavLst>
                                    </p:anim>
                                    <p:anim calcmode="lin" valueType="num">
                                      <p:cBhvr>
                                        <p:cTn id="19" dur="1000" fill="hold"/>
                                        <p:tgtEl>
                                          <p:spTgt spid="275"/>
                                        </p:tgtEl>
                                        <p:attrNameLst>
                                          <p:attrName>ppt_y</p:attrName>
                                        </p:attrNameLst>
                                      </p:cBhvr>
                                      <p:tavLst>
                                        <p:tav tm="0">
                                          <p:val>
                                            <p:strVal val="1+#ppt_h/2"/>
                                          </p:val>
                                        </p:tav>
                                        <p:tav tm="100000">
                                          <p:val>
                                            <p:strVal val="#ppt_y"/>
                                          </p:val>
                                        </p:tav>
                                      </p:tavLst>
                                    </p:anim>
                                  </p:childTnLst>
                                </p:cTn>
                              </p:par>
                            </p:childTnLst>
                          </p:cTn>
                        </p:par>
                        <p:par>
                          <p:cTn id="20" fill="hold">
                            <p:stCondLst>
                              <p:cond delay="2000"/>
                            </p:stCondLst>
                            <p:childTnLst>
                              <p:par>
                                <p:cTn id="21" presetClass="entr" nodeType="afterEffect" presetSubtype="4" presetID="2" grpId="4" fill="hold">
                                  <p:stCondLst>
                                    <p:cond delay="0"/>
                                  </p:stCondLst>
                                  <p:iterate type="el" backwards="0">
                                    <p:tmAbs val="0"/>
                                  </p:iterate>
                                  <p:childTnLst>
                                    <p:set>
                                      <p:cBhvr>
                                        <p:cTn id="22" fill="hold"/>
                                        <p:tgtEl>
                                          <p:spTgt spid="276"/>
                                        </p:tgtEl>
                                        <p:attrNameLst>
                                          <p:attrName>style.visibility</p:attrName>
                                        </p:attrNameLst>
                                      </p:cBhvr>
                                      <p:to>
                                        <p:strVal val="visible"/>
                                      </p:to>
                                    </p:set>
                                    <p:anim calcmode="lin" valueType="num">
                                      <p:cBhvr>
                                        <p:cTn id="23" dur="1000" fill="hold"/>
                                        <p:tgtEl>
                                          <p:spTgt spid="276"/>
                                        </p:tgtEl>
                                        <p:attrNameLst>
                                          <p:attrName>ppt_x</p:attrName>
                                        </p:attrNameLst>
                                      </p:cBhvr>
                                      <p:tavLst>
                                        <p:tav tm="0">
                                          <p:val>
                                            <p:strVal val="#ppt_x"/>
                                          </p:val>
                                        </p:tav>
                                        <p:tav tm="100000">
                                          <p:val>
                                            <p:strVal val="#ppt_x"/>
                                          </p:val>
                                        </p:tav>
                                      </p:tavLst>
                                    </p:anim>
                                    <p:anim calcmode="lin" valueType="num">
                                      <p:cBhvr>
                                        <p:cTn id="24" dur="1000" fill="hold"/>
                                        <p:tgtEl>
                                          <p:spTgt spid="276"/>
                                        </p:tgtEl>
                                        <p:attrNameLst>
                                          <p:attrName>ppt_y</p:attrName>
                                        </p:attrNameLst>
                                      </p:cBhvr>
                                      <p:tavLst>
                                        <p:tav tm="0">
                                          <p:val>
                                            <p:strVal val="1+#ppt_h/2"/>
                                          </p:val>
                                        </p:tav>
                                        <p:tav tm="100000">
                                          <p:val>
                                            <p:strVal val="#ppt_y"/>
                                          </p:val>
                                        </p:tav>
                                      </p:tavLst>
                                    </p:anim>
                                  </p:childTnLst>
                                </p:cTn>
                              </p:par>
                            </p:childTnLst>
                          </p:cTn>
                        </p:par>
                        <p:par>
                          <p:cTn id="25" fill="hold">
                            <p:stCondLst>
                              <p:cond delay="3000"/>
                            </p:stCondLst>
                            <p:childTnLst>
                              <p:par>
                                <p:cTn id="26" presetClass="entr" nodeType="afterEffect" presetSubtype="4" presetID="2" grpId="5" fill="hold">
                                  <p:stCondLst>
                                    <p:cond delay="0"/>
                                  </p:stCondLst>
                                  <p:iterate type="el" backwards="0">
                                    <p:tmAbs val="0"/>
                                  </p:iterate>
                                  <p:childTnLst>
                                    <p:set>
                                      <p:cBhvr>
                                        <p:cTn id="27" fill="hold"/>
                                        <p:tgtEl>
                                          <p:spTgt spid="273"/>
                                        </p:tgtEl>
                                        <p:attrNameLst>
                                          <p:attrName>style.visibility</p:attrName>
                                        </p:attrNameLst>
                                      </p:cBhvr>
                                      <p:to>
                                        <p:strVal val="visible"/>
                                      </p:to>
                                    </p:set>
                                    <p:anim calcmode="lin" valueType="num">
                                      <p:cBhvr>
                                        <p:cTn id="28" dur="1000" fill="hold"/>
                                        <p:tgtEl>
                                          <p:spTgt spid="273"/>
                                        </p:tgtEl>
                                        <p:attrNameLst>
                                          <p:attrName>ppt_x</p:attrName>
                                        </p:attrNameLst>
                                      </p:cBhvr>
                                      <p:tavLst>
                                        <p:tav tm="0">
                                          <p:val>
                                            <p:strVal val="#ppt_x"/>
                                          </p:val>
                                        </p:tav>
                                        <p:tav tm="100000">
                                          <p:val>
                                            <p:strVal val="#ppt_x"/>
                                          </p:val>
                                        </p:tav>
                                      </p:tavLst>
                                    </p:anim>
                                    <p:anim calcmode="lin" valueType="num">
                                      <p:cBhvr>
                                        <p:cTn id="29" dur="1000" fill="hold"/>
                                        <p:tgtEl>
                                          <p:spTgt spid="273"/>
                                        </p:tgtEl>
                                        <p:attrNameLst>
                                          <p:attrName>ppt_y</p:attrName>
                                        </p:attrNameLst>
                                      </p:cBhvr>
                                      <p:tavLst>
                                        <p:tav tm="0">
                                          <p:val>
                                            <p:strVal val="1+#ppt_h/2"/>
                                          </p:val>
                                        </p:tav>
                                        <p:tav tm="100000">
                                          <p:val>
                                            <p:strVal val="#ppt_y"/>
                                          </p:val>
                                        </p:tav>
                                      </p:tavLst>
                                    </p:anim>
                                  </p:childTnLst>
                                </p:cTn>
                              </p:par>
                            </p:childTnLst>
                          </p:cTn>
                        </p:par>
                        <p:par>
                          <p:cTn id="30" fill="hold">
                            <p:stCondLst>
                              <p:cond delay="4000"/>
                            </p:stCondLst>
                            <p:childTnLst>
                              <p:par>
                                <p:cTn id="31" presetClass="entr" nodeType="afterEffect" presetSubtype="4" presetID="2" grpId="6" fill="hold">
                                  <p:stCondLst>
                                    <p:cond delay="0"/>
                                  </p:stCondLst>
                                  <p:iterate type="el" backwards="0">
                                    <p:tmAbs val="0"/>
                                  </p:iterate>
                                  <p:childTnLst>
                                    <p:set>
                                      <p:cBhvr>
                                        <p:cTn id="32" fill="hold"/>
                                        <p:tgtEl>
                                          <p:spTgt spid="271"/>
                                        </p:tgtEl>
                                        <p:attrNameLst>
                                          <p:attrName>style.visibility</p:attrName>
                                        </p:attrNameLst>
                                      </p:cBhvr>
                                      <p:to>
                                        <p:strVal val="visible"/>
                                      </p:to>
                                    </p:set>
                                    <p:anim calcmode="lin" valueType="num">
                                      <p:cBhvr>
                                        <p:cTn id="33" dur="1000" fill="hold"/>
                                        <p:tgtEl>
                                          <p:spTgt spid="271"/>
                                        </p:tgtEl>
                                        <p:attrNameLst>
                                          <p:attrName>ppt_x</p:attrName>
                                        </p:attrNameLst>
                                      </p:cBhvr>
                                      <p:tavLst>
                                        <p:tav tm="0">
                                          <p:val>
                                            <p:strVal val="#ppt_x"/>
                                          </p:val>
                                        </p:tav>
                                        <p:tav tm="100000">
                                          <p:val>
                                            <p:strVal val="#ppt_x"/>
                                          </p:val>
                                        </p:tav>
                                      </p:tavLst>
                                    </p:anim>
                                    <p:anim calcmode="lin" valueType="num">
                                      <p:cBhvr>
                                        <p:cTn id="34" dur="1000" fill="hold"/>
                                        <p:tgtEl>
                                          <p:spTgt spid="271"/>
                                        </p:tgtEl>
                                        <p:attrNameLst>
                                          <p:attrName>ppt_y</p:attrName>
                                        </p:attrNameLst>
                                      </p:cBhvr>
                                      <p:tavLst>
                                        <p:tav tm="0">
                                          <p:val>
                                            <p:strVal val="1+#ppt_h/2"/>
                                          </p:val>
                                        </p:tav>
                                        <p:tav tm="100000">
                                          <p:val>
                                            <p:strVal val="#ppt_y"/>
                                          </p:val>
                                        </p:tav>
                                      </p:tavLst>
                                    </p:anim>
                                  </p:childTnLst>
                                </p:cTn>
                              </p:par>
                            </p:childTnLst>
                          </p:cTn>
                        </p:par>
                        <p:par>
                          <p:cTn id="35" fill="hold">
                            <p:stCondLst>
                              <p:cond delay="5000"/>
                            </p:stCondLst>
                            <p:childTnLst>
                              <p:par>
                                <p:cTn id="36" presetClass="entr" nodeType="afterEffect" presetSubtype="4" presetID="2" grpId="7" fill="hold">
                                  <p:stCondLst>
                                    <p:cond delay="0"/>
                                  </p:stCondLst>
                                  <p:iterate type="el" backwards="0">
                                    <p:tmAbs val="0"/>
                                  </p:iterate>
                                  <p:childTnLst>
                                    <p:set>
                                      <p:cBhvr>
                                        <p:cTn id="37" fill="hold"/>
                                        <p:tgtEl>
                                          <p:spTgt spid="274"/>
                                        </p:tgtEl>
                                        <p:attrNameLst>
                                          <p:attrName>style.visibility</p:attrName>
                                        </p:attrNameLst>
                                      </p:cBhvr>
                                      <p:to>
                                        <p:strVal val="visible"/>
                                      </p:to>
                                    </p:set>
                                    <p:anim calcmode="lin" valueType="num">
                                      <p:cBhvr>
                                        <p:cTn id="38" dur="1000" fill="hold"/>
                                        <p:tgtEl>
                                          <p:spTgt spid="274"/>
                                        </p:tgtEl>
                                        <p:attrNameLst>
                                          <p:attrName>ppt_x</p:attrName>
                                        </p:attrNameLst>
                                      </p:cBhvr>
                                      <p:tavLst>
                                        <p:tav tm="0">
                                          <p:val>
                                            <p:strVal val="#ppt_x"/>
                                          </p:val>
                                        </p:tav>
                                        <p:tav tm="100000">
                                          <p:val>
                                            <p:strVal val="#ppt_x"/>
                                          </p:val>
                                        </p:tav>
                                      </p:tavLst>
                                    </p:anim>
                                    <p:anim calcmode="lin" valueType="num">
                                      <p:cBhvr>
                                        <p:cTn id="39" dur="1000" fill="hold"/>
                                        <p:tgtEl>
                                          <p:spTgt spid="27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bldLst>
      <p:bldP build="whole" bldLvl="1" animBg="1" rev="0" advAuto="0" spid="273" grpId="5"/>
      <p:bldP build="whole" bldLvl="1" animBg="1" rev="0" advAuto="0" spid="275" grpId="3"/>
      <p:bldP build="whole" bldLvl="1" animBg="1" rev="0" advAuto="0" spid="270" grpId="1"/>
      <p:bldP build="whole" bldLvl="1" animBg="1" rev="0" advAuto="0" spid="272" grpId="2"/>
      <p:bldP build="whole" bldLvl="1" animBg="1" rev="0" advAuto="0" spid="274" grpId="7"/>
      <p:bldP build="whole" bldLvl="1" animBg="1" rev="0" advAuto="0" spid="271" grpId="6"/>
      <p:bldP build="whole" bldLvl="1" animBg="1" rev="0" advAuto="0" spid="276" grpId="4"/>
    </p:bldLst>
  </p:timing>
</p:sld>
</file>

<file path=ppt/slides/slide5.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78" name="文本框 3"/>
          <p:cNvSpPr txBox="1"/>
          <p:nvPr/>
        </p:nvSpPr>
        <p:spPr>
          <a:xfrm>
            <a:off x="867799" y="1964844"/>
            <a:ext cx="3131373" cy="617362"/>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defRPr sz="1800">
                <a:solidFill>
                  <a:srgbClr val="414042"/>
                </a:solidFill>
              </a:defRPr>
            </a:lvl1pPr>
          </a:lstStyle>
          <a:p>
            <a:pPr/>
            <a:r>
              <a:t>Building a professional smart student system</a:t>
            </a:r>
          </a:p>
        </p:txBody>
      </p:sp>
      <p:grpSp>
        <p:nvGrpSpPr>
          <p:cNvPr id="283" name="组合 100"/>
          <p:cNvGrpSpPr/>
          <p:nvPr/>
        </p:nvGrpSpPr>
        <p:grpSpPr>
          <a:xfrm>
            <a:off x="200493" y="2003587"/>
            <a:ext cx="525332" cy="525333"/>
            <a:chOff x="0" y="0"/>
            <a:chExt cx="525331" cy="525331"/>
          </a:xfrm>
        </p:grpSpPr>
        <p:sp>
          <p:nvSpPr>
            <p:cNvPr id="279" name="Freeform 100"/>
            <p:cNvSpPr/>
            <p:nvPr/>
          </p:nvSpPr>
          <p:spPr>
            <a:xfrm>
              <a:off x="11490" y="11491"/>
              <a:ext cx="502349" cy="502350"/>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20373" y="9082"/>
                  </a:moveTo>
                  <a:cubicBezTo>
                    <a:pt x="18655" y="9082"/>
                    <a:pt x="18655" y="9082"/>
                    <a:pt x="18655" y="9082"/>
                  </a:cubicBezTo>
                  <a:cubicBezTo>
                    <a:pt x="18409" y="8100"/>
                    <a:pt x="18164" y="7364"/>
                    <a:pt x="17673" y="6382"/>
                  </a:cubicBezTo>
                  <a:cubicBezTo>
                    <a:pt x="18900" y="5155"/>
                    <a:pt x="18900" y="5155"/>
                    <a:pt x="18900" y="5155"/>
                  </a:cubicBezTo>
                  <a:cubicBezTo>
                    <a:pt x="19391" y="4664"/>
                    <a:pt x="19391" y="4173"/>
                    <a:pt x="18900" y="3682"/>
                  </a:cubicBezTo>
                  <a:cubicBezTo>
                    <a:pt x="17918" y="2700"/>
                    <a:pt x="17918" y="2700"/>
                    <a:pt x="17918" y="2700"/>
                  </a:cubicBezTo>
                  <a:cubicBezTo>
                    <a:pt x="17427" y="2209"/>
                    <a:pt x="16691" y="2209"/>
                    <a:pt x="16445" y="2700"/>
                  </a:cubicBezTo>
                  <a:cubicBezTo>
                    <a:pt x="14973" y="3927"/>
                    <a:pt x="14973" y="3927"/>
                    <a:pt x="14973" y="3927"/>
                  </a:cubicBezTo>
                  <a:cubicBezTo>
                    <a:pt x="14236" y="3436"/>
                    <a:pt x="13500" y="3191"/>
                    <a:pt x="12518" y="2945"/>
                  </a:cubicBezTo>
                  <a:cubicBezTo>
                    <a:pt x="12518" y="1227"/>
                    <a:pt x="12518" y="1227"/>
                    <a:pt x="12518" y="1227"/>
                  </a:cubicBezTo>
                  <a:cubicBezTo>
                    <a:pt x="12518" y="491"/>
                    <a:pt x="12027" y="0"/>
                    <a:pt x="11291" y="0"/>
                  </a:cubicBezTo>
                  <a:cubicBezTo>
                    <a:pt x="10064" y="0"/>
                    <a:pt x="10064" y="0"/>
                    <a:pt x="10064" y="0"/>
                  </a:cubicBezTo>
                  <a:cubicBezTo>
                    <a:pt x="9573" y="0"/>
                    <a:pt x="8836" y="491"/>
                    <a:pt x="8836" y="1227"/>
                  </a:cubicBezTo>
                  <a:cubicBezTo>
                    <a:pt x="8836" y="2945"/>
                    <a:pt x="8836" y="2945"/>
                    <a:pt x="8836" y="2945"/>
                  </a:cubicBezTo>
                  <a:cubicBezTo>
                    <a:pt x="8100" y="3191"/>
                    <a:pt x="7118" y="3436"/>
                    <a:pt x="6382" y="3927"/>
                  </a:cubicBezTo>
                  <a:cubicBezTo>
                    <a:pt x="5155" y="2700"/>
                    <a:pt x="5155" y="2700"/>
                    <a:pt x="5155" y="2700"/>
                  </a:cubicBezTo>
                  <a:cubicBezTo>
                    <a:pt x="4664" y="2209"/>
                    <a:pt x="3927" y="2209"/>
                    <a:pt x="3682" y="2700"/>
                  </a:cubicBezTo>
                  <a:cubicBezTo>
                    <a:pt x="2700" y="3682"/>
                    <a:pt x="2700" y="3682"/>
                    <a:pt x="2700" y="3682"/>
                  </a:cubicBezTo>
                  <a:cubicBezTo>
                    <a:pt x="2209" y="3927"/>
                    <a:pt x="2209" y="4664"/>
                    <a:pt x="2700" y="5155"/>
                  </a:cubicBezTo>
                  <a:cubicBezTo>
                    <a:pt x="3927" y="6382"/>
                    <a:pt x="3927" y="6382"/>
                    <a:pt x="3927" y="6382"/>
                  </a:cubicBezTo>
                  <a:cubicBezTo>
                    <a:pt x="3436" y="7118"/>
                    <a:pt x="2945" y="8100"/>
                    <a:pt x="2700" y="9082"/>
                  </a:cubicBezTo>
                  <a:cubicBezTo>
                    <a:pt x="982" y="9082"/>
                    <a:pt x="982" y="9082"/>
                    <a:pt x="982" y="9082"/>
                  </a:cubicBezTo>
                  <a:cubicBezTo>
                    <a:pt x="491" y="9082"/>
                    <a:pt x="0" y="9573"/>
                    <a:pt x="0" y="10064"/>
                  </a:cubicBezTo>
                  <a:cubicBezTo>
                    <a:pt x="0" y="11536"/>
                    <a:pt x="0" y="11536"/>
                    <a:pt x="0" y="11536"/>
                  </a:cubicBezTo>
                  <a:cubicBezTo>
                    <a:pt x="0" y="12027"/>
                    <a:pt x="491" y="12518"/>
                    <a:pt x="982" y="12518"/>
                  </a:cubicBezTo>
                  <a:cubicBezTo>
                    <a:pt x="2700" y="12518"/>
                    <a:pt x="2700" y="12518"/>
                    <a:pt x="2700" y="12518"/>
                  </a:cubicBezTo>
                  <a:cubicBezTo>
                    <a:pt x="2945" y="13500"/>
                    <a:pt x="3436" y="14236"/>
                    <a:pt x="3927" y="15218"/>
                  </a:cubicBezTo>
                  <a:cubicBezTo>
                    <a:pt x="2700" y="16445"/>
                    <a:pt x="2700" y="16445"/>
                    <a:pt x="2700" y="16445"/>
                  </a:cubicBezTo>
                  <a:cubicBezTo>
                    <a:pt x="2209" y="16691"/>
                    <a:pt x="2209" y="17427"/>
                    <a:pt x="2700" y="17918"/>
                  </a:cubicBezTo>
                  <a:cubicBezTo>
                    <a:pt x="3436" y="18900"/>
                    <a:pt x="3436" y="18900"/>
                    <a:pt x="3436" y="18900"/>
                  </a:cubicBezTo>
                  <a:cubicBezTo>
                    <a:pt x="3927" y="19391"/>
                    <a:pt x="4664" y="19391"/>
                    <a:pt x="5155" y="18900"/>
                  </a:cubicBezTo>
                  <a:cubicBezTo>
                    <a:pt x="6382" y="17673"/>
                    <a:pt x="6382" y="17673"/>
                    <a:pt x="6382" y="17673"/>
                  </a:cubicBezTo>
                  <a:cubicBezTo>
                    <a:pt x="7118" y="18164"/>
                    <a:pt x="8100" y="18655"/>
                    <a:pt x="8836" y="18655"/>
                  </a:cubicBezTo>
                  <a:cubicBezTo>
                    <a:pt x="8836" y="20618"/>
                    <a:pt x="8836" y="20618"/>
                    <a:pt x="8836" y="20618"/>
                  </a:cubicBezTo>
                  <a:cubicBezTo>
                    <a:pt x="8836" y="21109"/>
                    <a:pt x="9327" y="21600"/>
                    <a:pt x="10064" y="21600"/>
                  </a:cubicBezTo>
                  <a:cubicBezTo>
                    <a:pt x="11291" y="21600"/>
                    <a:pt x="11291" y="21600"/>
                    <a:pt x="11291" y="21600"/>
                  </a:cubicBezTo>
                  <a:cubicBezTo>
                    <a:pt x="12027" y="21600"/>
                    <a:pt x="12518" y="21109"/>
                    <a:pt x="12518" y="20618"/>
                  </a:cubicBezTo>
                  <a:cubicBezTo>
                    <a:pt x="12518" y="18655"/>
                    <a:pt x="12518" y="18655"/>
                    <a:pt x="12518" y="18655"/>
                  </a:cubicBezTo>
                  <a:cubicBezTo>
                    <a:pt x="13500" y="18655"/>
                    <a:pt x="14236" y="18164"/>
                    <a:pt x="14973" y="17673"/>
                  </a:cubicBezTo>
                  <a:cubicBezTo>
                    <a:pt x="16200" y="18900"/>
                    <a:pt x="16200" y="18900"/>
                    <a:pt x="16200" y="18900"/>
                  </a:cubicBezTo>
                  <a:cubicBezTo>
                    <a:pt x="16691" y="19391"/>
                    <a:pt x="17427" y="19391"/>
                    <a:pt x="17918" y="18900"/>
                  </a:cubicBezTo>
                  <a:cubicBezTo>
                    <a:pt x="18900" y="17918"/>
                    <a:pt x="18900" y="17918"/>
                    <a:pt x="18900" y="17918"/>
                  </a:cubicBezTo>
                  <a:cubicBezTo>
                    <a:pt x="19391" y="17673"/>
                    <a:pt x="19391" y="16936"/>
                    <a:pt x="18900" y="16445"/>
                  </a:cubicBezTo>
                  <a:cubicBezTo>
                    <a:pt x="17673" y="15218"/>
                    <a:pt x="17673" y="15218"/>
                    <a:pt x="17673" y="15218"/>
                  </a:cubicBezTo>
                  <a:cubicBezTo>
                    <a:pt x="18164" y="14482"/>
                    <a:pt x="18409" y="13500"/>
                    <a:pt x="18655" y="12518"/>
                  </a:cubicBezTo>
                  <a:cubicBezTo>
                    <a:pt x="20373" y="12518"/>
                    <a:pt x="20373" y="12518"/>
                    <a:pt x="20373" y="12518"/>
                  </a:cubicBezTo>
                  <a:cubicBezTo>
                    <a:pt x="21109" y="12518"/>
                    <a:pt x="21600" y="12027"/>
                    <a:pt x="21600" y="11536"/>
                  </a:cubicBezTo>
                  <a:cubicBezTo>
                    <a:pt x="21600" y="10064"/>
                    <a:pt x="21600" y="10064"/>
                    <a:pt x="21600" y="10064"/>
                  </a:cubicBezTo>
                  <a:cubicBezTo>
                    <a:pt x="21600" y="9573"/>
                    <a:pt x="21109" y="9082"/>
                    <a:pt x="20373" y="9082"/>
                  </a:cubicBezTo>
                  <a:close/>
                  <a:moveTo>
                    <a:pt x="10800" y="14482"/>
                  </a:moveTo>
                  <a:cubicBezTo>
                    <a:pt x="8836" y="14482"/>
                    <a:pt x="7118" y="12764"/>
                    <a:pt x="7118" y="10800"/>
                  </a:cubicBezTo>
                  <a:cubicBezTo>
                    <a:pt x="7118" y="8836"/>
                    <a:pt x="8836" y="7118"/>
                    <a:pt x="10800" y="7118"/>
                  </a:cubicBezTo>
                  <a:cubicBezTo>
                    <a:pt x="12764" y="7118"/>
                    <a:pt x="14482" y="8836"/>
                    <a:pt x="14482" y="10800"/>
                  </a:cubicBezTo>
                  <a:cubicBezTo>
                    <a:pt x="14482" y="12764"/>
                    <a:pt x="12764" y="14482"/>
                    <a:pt x="10800" y="14482"/>
                  </a:cubicBezTo>
                  <a:close/>
                </a:path>
              </a:pathLst>
            </a:custGeom>
            <a:solidFill>
              <a:srgbClr val="005790"/>
            </a:solidFill>
            <a:ln w="12700" cap="flat">
              <a:noFill/>
              <a:miter lim="400000"/>
            </a:ln>
            <a:effectLst/>
          </p:spPr>
          <p:txBody>
            <a:bodyPr wrap="square" lIns="45719" tIns="45719" rIns="45719" bIns="45719" numCol="1" anchor="t">
              <a:noAutofit/>
            </a:bodyPr>
            <a:lstStyle/>
            <a:p>
              <a:pPr/>
            </a:p>
          </p:txBody>
        </p:sp>
        <p:sp>
          <p:nvSpPr>
            <p:cNvPr id="280" name="Freeform 102"/>
            <p:cNvSpPr/>
            <p:nvPr/>
          </p:nvSpPr>
          <p:spPr>
            <a:xfrm>
              <a:off x="0" y="0"/>
              <a:ext cx="525333" cy="525333"/>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1270" y="21600"/>
                  </a:moveTo>
                  <a:cubicBezTo>
                    <a:pt x="10096" y="21600"/>
                    <a:pt x="10096" y="21600"/>
                    <a:pt x="10096" y="21600"/>
                  </a:cubicBezTo>
                  <a:cubicBezTo>
                    <a:pt x="9157" y="21600"/>
                    <a:pt x="8452" y="20896"/>
                    <a:pt x="8452" y="20191"/>
                  </a:cubicBezTo>
                  <a:cubicBezTo>
                    <a:pt x="8452" y="18783"/>
                    <a:pt x="8452" y="18783"/>
                    <a:pt x="8452" y="18783"/>
                  </a:cubicBezTo>
                  <a:cubicBezTo>
                    <a:pt x="7983" y="18548"/>
                    <a:pt x="7278" y="18313"/>
                    <a:pt x="6574" y="18078"/>
                  </a:cubicBezTo>
                  <a:cubicBezTo>
                    <a:pt x="5635" y="19017"/>
                    <a:pt x="5635" y="19017"/>
                    <a:pt x="5635" y="19017"/>
                  </a:cubicBezTo>
                  <a:cubicBezTo>
                    <a:pt x="5165" y="19487"/>
                    <a:pt x="3991" y="19487"/>
                    <a:pt x="3522" y="18783"/>
                  </a:cubicBezTo>
                  <a:cubicBezTo>
                    <a:pt x="2583" y="18078"/>
                    <a:pt x="2583" y="18078"/>
                    <a:pt x="2583" y="18078"/>
                  </a:cubicBezTo>
                  <a:cubicBezTo>
                    <a:pt x="2348" y="17609"/>
                    <a:pt x="2113" y="17374"/>
                    <a:pt x="2113" y="16904"/>
                  </a:cubicBezTo>
                  <a:cubicBezTo>
                    <a:pt x="2113" y="16435"/>
                    <a:pt x="2348" y="16200"/>
                    <a:pt x="2583" y="15730"/>
                  </a:cubicBezTo>
                  <a:cubicBezTo>
                    <a:pt x="3522" y="14791"/>
                    <a:pt x="3522" y="14791"/>
                    <a:pt x="3522" y="14791"/>
                  </a:cubicBezTo>
                  <a:cubicBezTo>
                    <a:pt x="3287" y="14322"/>
                    <a:pt x="3052" y="13617"/>
                    <a:pt x="2817" y="12913"/>
                  </a:cubicBezTo>
                  <a:cubicBezTo>
                    <a:pt x="1409" y="12913"/>
                    <a:pt x="1409" y="12913"/>
                    <a:pt x="1409" y="12913"/>
                  </a:cubicBezTo>
                  <a:cubicBezTo>
                    <a:pt x="939" y="12913"/>
                    <a:pt x="704" y="12913"/>
                    <a:pt x="470" y="12443"/>
                  </a:cubicBezTo>
                  <a:cubicBezTo>
                    <a:pt x="0" y="12209"/>
                    <a:pt x="0" y="11739"/>
                    <a:pt x="0" y="11504"/>
                  </a:cubicBezTo>
                  <a:cubicBezTo>
                    <a:pt x="0" y="10096"/>
                    <a:pt x="0" y="10096"/>
                    <a:pt x="0" y="10096"/>
                  </a:cubicBezTo>
                  <a:cubicBezTo>
                    <a:pt x="0" y="9391"/>
                    <a:pt x="704" y="8687"/>
                    <a:pt x="1409" y="8687"/>
                  </a:cubicBezTo>
                  <a:cubicBezTo>
                    <a:pt x="2817" y="8687"/>
                    <a:pt x="2817" y="8687"/>
                    <a:pt x="2817" y="8687"/>
                  </a:cubicBezTo>
                  <a:cubicBezTo>
                    <a:pt x="3052" y="7983"/>
                    <a:pt x="3287" y="7278"/>
                    <a:pt x="3522" y="6809"/>
                  </a:cubicBezTo>
                  <a:cubicBezTo>
                    <a:pt x="2583" y="5870"/>
                    <a:pt x="2583" y="5870"/>
                    <a:pt x="2583" y="5870"/>
                  </a:cubicBezTo>
                  <a:cubicBezTo>
                    <a:pt x="2113" y="5165"/>
                    <a:pt x="2113" y="4226"/>
                    <a:pt x="2583" y="3522"/>
                  </a:cubicBezTo>
                  <a:cubicBezTo>
                    <a:pt x="3522" y="2583"/>
                    <a:pt x="3522" y="2583"/>
                    <a:pt x="3522" y="2583"/>
                  </a:cubicBezTo>
                  <a:cubicBezTo>
                    <a:pt x="4226" y="2113"/>
                    <a:pt x="5165" y="2113"/>
                    <a:pt x="5870" y="2583"/>
                  </a:cubicBezTo>
                  <a:cubicBezTo>
                    <a:pt x="6809" y="3522"/>
                    <a:pt x="6809" y="3522"/>
                    <a:pt x="6809" y="3522"/>
                  </a:cubicBezTo>
                  <a:cubicBezTo>
                    <a:pt x="7278" y="3287"/>
                    <a:pt x="7983" y="3052"/>
                    <a:pt x="8452" y="2817"/>
                  </a:cubicBezTo>
                  <a:cubicBezTo>
                    <a:pt x="8452" y="1643"/>
                    <a:pt x="8452" y="1643"/>
                    <a:pt x="8452" y="1643"/>
                  </a:cubicBezTo>
                  <a:cubicBezTo>
                    <a:pt x="8452" y="704"/>
                    <a:pt x="9157" y="0"/>
                    <a:pt x="10096" y="0"/>
                  </a:cubicBezTo>
                  <a:cubicBezTo>
                    <a:pt x="11270" y="0"/>
                    <a:pt x="11270" y="0"/>
                    <a:pt x="11270" y="0"/>
                  </a:cubicBezTo>
                  <a:cubicBezTo>
                    <a:pt x="12209" y="0"/>
                    <a:pt x="12913" y="704"/>
                    <a:pt x="12913" y="1643"/>
                  </a:cubicBezTo>
                  <a:cubicBezTo>
                    <a:pt x="12913" y="2817"/>
                    <a:pt x="12913" y="2817"/>
                    <a:pt x="12913" y="2817"/>
                  </a:cubicBezTo>
                  <a:cubicBezTo>
                    <a:pt x="13617" y="3052"/>
                    <a:pt x="14322" y="3287"/>
                    <a:pt x="14791" y="3522"/>
                  </a:cubicBezTo>
                  <a:cubicBezTo>
                    <a:pt x="15730" y="2583"/>
                    <a:pt x="15730" y="2583"/>
                    <a:pt x="15730" y="2583"/>
                  </a:cubicBezTo>
                  <a:cubicBezTo>
                    <a:pt x="16435" y="2113"/>
                    <a:pt x="17374" y="2113"/>
                    <a:pt x="18078" y="2583"/>
                  </a:cubicBezTo>
                  <a:cubicBezTo>
                    <a:pt x="18783" y="3522"/>
                    <a:pt x="18783" y="3522"/>
                    <a:pt x="18783" y="3522"/>
                  </a:cubicBezTo>
                  <a:cubicBezTo>
                    <a:pt x="19252" y="3991"/>
                    <a:pt x="19252" y="4226"/>
                    <a:pt x="19252" y="4696"/>
                  </a:cubicBezTo>
                  <a:cubicBezTo>
                    <a:pt x="19252" y="5165"/>
                    <a:pt x="19252" y="5400"/>
                    <a:pt x="18783" y="5870"/>
                  </a:cubicBezTo>
                  <a:cubicBezTo>
                    <a:pt x="17843" y="6809"/>
                    <a:pt x="17843" y="6809"/>
                    <a:pt x="17843" y="6809"/>
                  </a:cubicBezTo>
                  <a:cubicBezTo>
                    <a:pt x="18313" y="7278"/>
                    <a:pt x="18548" y="7983"/>
                    <a:pt x="18783" y="8687"/>
                  </a:cubicBezTo>
                  <a:cubicBezTo>
                    <a:pt x="19957" y="8687"/>
                    <a:pt x="19957" y="8687"/>
                    <a:pt x="19957" y="8687"/>
                  </a:cubicBezTo>
                  <a:cubicBezTo>
                    <a:pt x="20896" y="8687"/>
                    <a:pt x="21600" y="9391"/>
                    <a:pt x="21600" y="10096"/>
                  </a:cubicBezTo>
                  <a:cubicBezTo>
                    <a:pt x="21600" y="11504"/>
                    <a:pt x="21600" y="11504"/>
                    <a:pt x="21600" y="11504"/>
                  </a:cubicBezTo>
                  <a:cubicBezTo>
                    <a:pt x="21600" y="12209"/>
                    <a:pt x="20896" y="12913"/>
                    <a:pt x="19957" y="12913"/>
                  </a:cubicBezTo>
                  <a:cubicBezTo>
                    <a:pt x="19957" y="12913"/>
                    <a:pt x="19957" y="12913"/>
                    <a:pt x="19957" y="12913"/>
                  </a:cubicBezTo>
                  <a:cubicBezTo>
                    <a:pt x="18783" y="12913"/>
                    <a:pt x="18783" y="12913"/>
                    <a:pt x="18783" y="12913"/>
                  </a:cubicBezTo>
                  <a:cubicBezTo>
                    <a:pt x="18548" y="13617"/>
                    <a:pt x="18313" y="14322"/>
                    <a:pt x="17843" y="14791"/>
                  </a:cubicBezTo>
                  <a:cubicBezTo>
                    <a:pt x="18783" y="15730"/>
                    <a:pt x="18783" y="15730"/>
                    <a:pt x="18783" y="15730"/>
                  </a:cubicBezTo>
                  <a:cubicBezTo>
                    <a:pt x="19252" y="16200"/>
                    <a:pt x="19252" y="16435"/>
                    <a:pt x="19252" y="16904"/>
                  </a:cubicBezTo>
                  <a:cubicBezTo>
                    <a:pt x="19252" y="17374"/>
                    <a:pt x="19252" y="17843"/>
                    <a:pt x="18783" y="18078"/>
                  </a:cubicBezTo>
                  <a:cubicBezTo>
                    <a:pt x="17843" y="19017"/>
                    <a:pt x="17843" y="19017"/>
                    <a:pt x="17843" y="19017"/>
                  </a:cubicBezTo>
                  <a:cubicBezTo>
                    <a:pt x="17374" y="19487"/>
                    <a:pt x="16435" y="19487"/>
                    <a:pt x="15730" y="19017"/>
                  </a:cubicBezTo>
                  <a:cubicBezTo>
                    <a:pt x="14791" y="18078"/>
                    <a:pt x="14791" y="18078"/>
                    <a:pt x="14791" y="18078"/>
                  </a:cubicBezTo>
                  <a:cubicBezTo>
                    <a:pt x="14322" y="18313"/>
                    <a:pt x="13617" y="18548"/>
                    <a:pt x="12913" y="18783"/>
                  </a:cubicBezTo>
                  <a:cubicBezTo>
                    <a:pt x="12913" y="20191"/>
                    <a:pt x="12913" y="20191"/>
                    <a:pt x="12913" y="20191"/>
                  </a:cubicBezTo>
                  <a:cubicBezTo>
                    <a:pt x="12913" y="20896"/>
                    <a:pt x="12209" y="21600"/>
                    <a:pt x="11270" y="21600"/>
                  </a:cubicBezTo>
                  <a:close/>
                  <a:moveTo>
                    <a:pt x="6574" y="16670"/>
                  </a:moveTo>
                  <a:cubicBezTo>
                    <a:pt x="6809" y="16904"/>
                    <a:pt x="6809" y="16904"/>
                    <a:pt x="6809" y="16904"/>
                  </a:cubicBezTo>
                  <a:cubicBezTo>
                    <a:pt x="7513" y="17374"/>
                    <a:pt x="8217" y="17843"/>
                    <a:pt x="9157" y="17843"/>
                  </a:cubicBezTo>
                  <a:cubicBezTo>
                    <a:pt x="9391" y="18078"/>
                    <a:pt x="9391" y="18078"/>
                    <a:pt x="9391" y="18078"/>
                  </a:cubicBezTo>
                  <a:cubicBezTo>
                    <a:pt x="9391" y="20191"/>
                    <a:pt x="9391" y="20191"/>
                    <a:pt x="9391" y="20191"/>
                  </a:cubicBezTo>
                  <a:cubicBezTo>
                    <a:pt x="9391" y="20426"/>
                    <a:pt x="9861" y="20661"/>
                    <a:pt x="10096" y="20661"/>
                  </a:cubicBezTo>
                  <a:cubicBezTo>
                    <a:pt x="11270" y="20661"/>
                    <a:pt x="11270" y="20661"/>
                    <a:pt x="11270" y="20661"/>
                  </a:cubicBezTo>
                  <a:cubicBezTo>
                    <a:pt x="11270" y="21130"/>
                    <a:pt x="11270" y="21130"/>
                    <a:pt x="11270" y="21130"/>
                  </a:cubicBezTo>
                  <a:cubicBezTo>
                    <a:pt x="11270" y="20661"/>
                    <a:pt x="11270" y="20661"/>
                    <a:pt x="11270" y="20661"/>
                  </a:cubicBezTo>
                  <a:cubicBezTo>
                    <a:pt x="11739" y="20661"/>
                    <a:pt x="11974" y="20426"/>
                    <a:pt x="11974" y="20191"/>
                  </a:cubicBezTo>
                  <a:cubicBezTo>
                    <a:pt x="11974" y="18078"/>
                    <a:pt x="11974" y="18078"/>
                    <a:pt x="11974" y="18078"/>
                  </a:cubicBezTo>
                  <a:cubicBezTo>
                    <a:pt x="12443" y="17843"/>
                    <a:pt x="12443" y="17843"/>
                    <a:pt x="12443" y="17843"/>
                  </a:cubicBezTo>
                  <a:cubicBezTo>
                    <a:pt x="13148" y="17843"/>
                    <a:pt x="13852" y="17374"/>
                    <a:pt x="14557" y="16904"/>
                  </a:cubicBezTo>
                  <a:cubicBezTo>
                    <a:pt x="15026" y="16904"/>
                    <a:pt x="15026" y="16904"/>
                    <a:pt x="15026" y="16904"/>
                  </a:cubicBezTo>
                  <a:cubicBezTo>
                    <a:pt x="16435" y="18313"/>
                    <a:pt x="16435" y="18313"/>
                    <a:pt x="16435" y="18313"/>
                  </a:cubicBezTo>
                  <a:cubicBezTo>
                    <a:pt x="16670" y="18548"/>
                    <a:pt x="17139" y="18548"/>
                    <a:pt x="17374" y="18313"/>
                  </a:cubicBezTo>
                  <a:cubicBezTo>
                    <a:pt x="18078" y="17374"/>
                    <a:pt x="18078" y="17374"/>
                    <a:pt x="18078" y="17374"/>
                  </a:cubicBezTo>
                  <a:cubicBezTo>
                    <a:pt x="18313" y="17374"/>
                    <a:pt x="18313" y="17139"/>
                    <a:pt x="18313" y="16904"/>
                  </a:cubicBezTo>
                  <a:cubicBezTo>
                    <a:pt x="18313" y="16670"/>
                    <a:pt x="18313" y="16670"/>
                    <a:pt x="18078" y="16435"/>
                  </a:cubicBezTo>
                  <a:cubicBezTo>
                    <a:pt x="16670" y="15026"/>
                    <a:pt x="16670" y="15026"/>
                    <a:pt x="16670" y="15026"/>
                  </a:cubicBezTo>
                  <a:cubicBezTo>
                    <a:pt x="16904" y="14791"/>
                    <a:pt x="16904" y="14791"/>
                    <a:pt x="16904" y="14791"/>
                  </a:cubicBezTo>
                  <a:cubicBezTo>
                    <a:pt x="17374" y="14087"/>
                    <a:pt x="17609" y="13148"/>
                    <a:pt x="17843" y="12443"/>
                  </a:cubicBezTo>
                  <a:cubicBezTo>
                    <a:pt x="18078" y="11974"/>
                    <a:pt x="18078" y="11974"/>
                    <a:pt x="18078" y="11974"/>
                  </a:cubicBezTo>
                  <a:cubicBezTo>
                    <a:pt x="19957" y="11974"/>
                    <a:pt x="19957" y="11974"/>
                    <a:pt x="19957" y="11974"/>
                  </a:cubicBezTo>
                  <a:cubicBezTo>
                    <a:pt x="20426" y="11974"/>
                    <a:pt x="20661" y="11739"/>
                    <a:pt x="20661" y="11504"/>
                  </a:cubicBezTo>
                  <a:cubicBezTo>
                    <a:pt x="20661" y="10096"/>
                    <a:pt x="20661" y="10096"/>
                    <a:pt x="20661" y="10096"/>
                  </a:cubicBezTo>
                  <a:cubicBezTo>
                    <a:pt x="20661" y="9861"/>
                    <a:pt x="20426" y="9626"/>
                    <a:pt x="19957" y="9626"/>
                  </a:cubicBezTo>
                  <a:cubicBezTo>
                    <a:pt x="18078" y="9626"/>
                    <a:pt x="18078" y="9626"/>
                    <a:pt x="18078" y="9626"/>
                  </a:cubicBezTo>
                  <a:cubicBezTo>
                    <a:pt x="17843" y="9157"/>
                    <a:pt x="17843" y="9157"/>
                    <a:pt x="17843" y="9157"/>
                  </a:cubicBezTo>
                  <a:cubicBezTo>
                    <a:pt x="17609" y="8452"/>
                    <a:pt x="17374" y="7513"/>
                    <a:pt x="16904" y="6809"/>
                  </a:cubicBezTo>
                  <a:cubicBezTo>
                    <a:pt x="16670" y="6574"/>
                    <a:pt x="16670" y="6574"/>
                    <a:pt x="16670" y="6574"/>
                  </a:cubicBezTo>
                  <a:cubicBezTo>
                    <a:pt x="18313" y="5165"/>
                    <a:pt x="18313" y="5165"/>
                    <a:pt x="18313" y="5165"/>
                  </a:cubicBezTo>
                  <a:cubicBezTo>
                    <a:pt x="18313" y="4930"/>
                    <a:pt x="18313" y="4930"/>
                    <a:pt x="18313" y="4696"/>
                  </a:cubicBezTo>
                  <a:cubicBezTo>
                    <a:pt x="18313" y="4461"/>
                    <a:pt x="18313" y="4461"/>
                    <a:pt x="18313" y="4226"/>
                  </a:cubicBezTo>
                  <a:cubicBezTo>
                    <a:pt x="17374" y="3287"/>
                    <a:pt x="17374" y="3287"/>
                    <a:pt x="17374" y="3287"/>
                  </a:cubicBezTo>
                  <a:cubicBezTo>
                    <a:pt x="17139" y="3052"/>
                    <a:pt x="16670" y="3052"/>
                    <a:pt x="16435" y="3287"/>
                  </a:cubicBezTo>
                  <a:cubicBezTo>
                    <a:pt x="15026" y="4930"/>
                    <a:pt x="15026" y="4930"/>
                    <a:pt x="15026" y="4930"/>
                  </a:cubicBezTo>
                  <a:cubicBezTo>
                    <a:pt x="14557" y="4696"/>
                    <a:pt x="14557" y="4696"/>
                    <a:pt x="14557" y="4696"/>
                  </a:cubicBezTo>
                  <a:cubicBezTo>
                    <a:pt x="13852" y="4226"/>
                    <a:pt x="13148" y="3757"/>
                    <a:pt x="12443" y="3757"/>
                  </a:cubicBezTo>
                  <a:cubicBezTo>
                    <a:pt x="11974" y="3522"/>
                    <a:pt x="11974" y="3522"/>
                    <a:pt x="11974" y="3522"/>
                  </a:cubicBezTo>
                  <a:cubicBezTo>
                    <a:pt x="11974" y="1643"/>
                    <a:pt x="11974" y="1643"/>
                    <a:pt x="11974" y="1643"/>
                  </a:cubicBezTo>
                  <a:cubicBezTo>
                    <a:pt x="11974" y="1174"/>
                    <a:pt x="11739" y="939"/>
                    <a:pt x="11270" y="939"/>
                  </a:cubicBezTo>
                  <a:cubicBezTo>
                    <a:pt x="10096" y="939"/>
                    <a:pt x="10096" y="939"/>
                    <a:pt x="10096" y="939"/>
                  </a:cubicBezTo>
                  <a:cubicBezTo>
                    <a:pt x="9861" y="939"/>
                    <a:pt x="9391" y="1174"/>
                    <a:pt x="9391" y="1643"/>
                  </a:cubicBezTo>
                  <a:cubicBezTo>
                    <a:pt x="9391" y="3522"/>
                    <a:pt x="9391" y="3522"/>
                    <a:pt x="9391" y="3522"/>
                  </a:cubicBezTo>
                  <a:cubicBezTo>
                    <a:pt x="9157" y="3757"/>
                    <a:pt x="9157" y="3757"/>
                    <a:pt x="9157" y="3757"/>
                  </a:cubicBezTo>
                  <a:cubicBezTo>
                    <a:pt x="8452" y="3757"/>
                    <a:pt x="7513" y="4226"/>
                    <a:pt x="6809" y="4696"/>
                  </a:cubicBezTo>
                  <a:cubicBezTo>
                    <a:pt x="6574" y="4696"/>
                    <a:pt x="6574" y="4696"/>
                    <a:pt x="6574" y="4696"/>
                  </a:cubicBezTo>
                  <a:cubicBezTo>
                    <a:pt x="5165" y="3287"/>
                    <a:pt x="5165" y="3287"/>
                    <a:pt x="5165" y="3287"/>
                  </a:cubicBezTo>
                  <a:cubicBezTo>
                    <a:pt x="4930" y="3052"/>
                    <a:pt x="4461" y="3052"/>
                    <a:pt x="4226" y="3287"/>
                  </a:cubicBezTo>
                  <a:cubicBezTo>
                    <a:pt x="3287" y="4226"/>
                    <a:pt x="3287" y="4226"/>
                    <a:pt x="3287" y="4226"/>
                  </a:cubicBezTo>
                  <a:cubicBezTo>
                    <a:pt x="3052" y="4461"/>
                    <a:pt x="3052" y="4930"/>
                    <a:pt x="3287" y="5165"/>
                  </a:cubicBezTo>
                  <a:cubicBezTo>
                    <a:pt x="4696" y="6574"/>
                    <a:pt x="4696" y="6574"/>
                    <a:pt x="4696" y="6574"/>
                  </a:cubicBezTo>
                  <a:cubicBezTo>
                    <a:pt x="4696" y="6809"/>
                    <a:pt x="4696" y="6809"/>
                    <a:pt x="4696" y="6809"/>
                  </a:cubicBezTo>
                  <a:cubicBezTo>
                    <a:pt x="4226" y="7513"/>
                    <a:pt x="3757" y="8452"/>
                    <a:pt x="3522" y="9157"/>
                  </a:cubicBezTo>
                  <a:cubicBezTo>
                    <a:pt x="3522" y="9626"/>
                    <a:pt x="3522" y="9626"/>
                    <a:pt x="3522" y="9626"/>
                  </a:cubicBezTo>
                  <a:cubicBezTo>
                    <a:pt x="1409" y="9626"/>
                    <a:pt x="1409" y="9626"/>
                    <a:pt x="1409" y="9626"/>
                  </a:cubicBezTo>
                  <a:cubicBezTo>
                    <a:pt x="1174" y="9626"/>
                    <a:pt x="939" y="9861"/>
                    <a:pt x="939" y="10096"/>
                  </a:cubicBezTo>
                  <a:cubicBezTo>
                    <a:pt x="939" y="11504"/>
                    <a:pt x="939" y="11504"/>
                    <a:pt x="939" y="11504"/>
                  </a:cubicBezTo>
                  <a:cubicBezTo>
                    <a:pt x="939" y="11504"/>
                    <a:pt x="939" y="11739"/>
                    <a:pt x="939" y="11739"/>
                  </a:cubicBezTo>
                  <a:cubicBezTo>
                    <a:pt x="1174" y="11974"/>
                    <a:pt x="1409" y="11974"/>
                    <a:pt x="1409" y="11974"/>
                  </a:cubicBezTo>
                  <a:cubicBezTo>
                    <a:pt x="3522" y="11974"/>
                    <a:pt x="3522" y="11974"/>
                    <a:pt x="3522" y="11974"/>
                  </a:cubicBezTo>
                  <a:cubicBezTo>
                    <a:pt x="3522" y="12443"/>
                    <a:pt x="3522" y="12443"/>
                    <a:pt x="3522" y="12443"/>
                  </a:cubicBezTo>
                  <a:cubicBezTo>
                    <a:pt x="3757" y="13148"/>
                    <a:pt x="3991" y="14087"/>
                    <a:pt x="4461" y="14791"/>
                  </a:cubicBezTo>
                  <a:cubicBezTo>
                    <a:pt x="4696" y="15026"/>
                    <a:pt x="4696" y="15026"/>
                    <a:pt x="4696" y="15026"/>
                  </a:cubicBezTo>
                  <a:cubicBezTo>
                    <a:pt x="3287" y="16435"/>
                    <a:pt x="3287" y="16435"/>
                    <a:pt x="3287" y="16435"/>
                  </a:cubicBezTo>
                  <a:cubicBezTo>
                    <a:pt x="3052" y="16670"/>
                    <a:pt x="3052" y="16670"/>
                    <a:pt x="3052" y="16904"/>
                  </a:cubicBezTo>
                  <a:cubicBezTo>
                    <a:pt x="3052" y="17139"/>
                    <a:pt x="3052" y="17139"/>
                    <a:pt x="3287" y="17374"/>
                  </a:cubicBezTo>
                  <a:cubicBezTo>
                    <a:pt x="4226" y="18313"/>
                    <a:pt x="4226" y="18313"/>
                    <a:pt x="4226" y="18313"/>
                  </a:cubicBezTo>
                  <a:cubicBezTo>
                    <a:pt x="4461" y="18548"/>
                    <a:pt x="4930" y="18548"/>
                    <a:pt x="4930" y="18313"/>
                  </a:cubicBezTo>
                  <a:lnTo>
                    <a:pt x="6574" y="16670"/>
                  </a:lnTo>
                  <a:close/>
                  <a:moveTo>
                    <a:pt x="10800" y="14791"/>
                  </a:moveTo>
                  <a:cubicBezTo>
                    <a:pt x="8687" y="14791"/>
                    <a:pt x="6809" y="12913"/>
                    <a:pt x="6809" y="10800"/>
                  </a:cubicBezTo>
                  <a:cubicBezTo>
                    <a:pt x="6809" y="8687"/>
                    <a:pt x="8687" y="6809"/>
                    <a:pt x="10800" y="6809"/>
                  </a:cubicBezTo>
                  <a:cubicBezTo>
                    <a:pt x="12913" y="6809"/>
                    <a:pt x="14791" y="8687"/>
                    <a:pt x="14791" y="10800"/>
                  </a:cubicBezTo>
                  <a:cubicBezTo>
                    <a:pt x="14791" y="12913"/>
                    <a:pt x="12913" y="14791"/>
                    <a:pt x="10800" y="14791"/>
                  </a:cubicBezTo>
                  <a:close/>
                  <a:moveTo>
                    <a:pt x="10800" y="7748"/>
                  </a:moveTo>
                  <a:cubicBezTo>
                    <a:pt x="9157" y="7748"/>
                    <a:pt x="7748" y="9157"/>
                    <a:pt x="7748" y="10800"/>
                  </a:cubicBezTo>
                  <a:cubicBezTo>
                    <a:pt x="7748" y="12443"/>
                    <a:pt x="9157" y="13852"/>
                    <a:pt x="10800" y="13852"/>
                  </a:cubicBezTo>
                  <a:cubicBezTo>
                    <a:pt x="12443" y="13852"/>
                    <a:pt x="13852" y="12443"/>
                    <a:pt x="13852" y="10800"/>
                  </a:cubicBezTo>
                  <a:cubicBezTo>
                    <a:pt x="13852" y="9157"/>
                    <a:pt x="12443" y="7748"/>
                    <a:pt x="10800" y="7748"/>
                  </a:cubicBezTo>
                  <a:close/>
                </a:path>
              </a:pathLst>
            </a:custGeom>
            <a:solidFill>
              <a:srgbClr val="414042"/>
            </a:solidFill>
            <a:ln w="12700" cap="flat">
              <a:noFill/>
              <a:miter lim="400000"/>
            </a:ln>
            <a:effectLst/>
          </p:spPr>
          <p:txBody>
            <a:bodyPr wrap="square" lIns="45719" tIns="45719" rIns="45719" bIns="45719" numCol="1" anchor="t">
              <a:noAutofit/>
            </a:bodyPr>
            <a:lstStyle/>
            <a:p>
              <a:pPr/>
            </a:p>
          </p:txBody>
        </p:sp>
        <p:sp>
          <p:nvSpPr>
            <p:cNvPr id="281" name="Freeform 104"/>
            <p:cNvSpPr/>
            <p:nvPr/>
          </p:nvSpPr>
          <p:spPr>
            <a:xfrm>
              <a:off x="280722" y="318532"/>
              <a:ext cx="100370" cy="82033"/>
            </a:xfrm>
            <a:custGeom>
              <a:avLst/>
              <a:gdLst/>
              <a:ahLst/>
              <a:cxnLst>
                <a:cxn ang="0">
                  <a:pos x="wd2" y="hd2"/>
                </a:cxn>
                <a:cxn ang="5400000">
                  <a:pos x="wd2" y="hd2"/>
                </a:cxn>
                <a:cxn ang="10800000">
                  <a:pos x="wd2" y="hd2"/>
                </a:cxn>
                <a:cxn ang="16200000">
                  <a:pos x="wd2" y="hd2"/>
                </a:cxn>
              </a:cxnLst>
              <a:rect l="0" t="0" r="r" b="b"/>
              <a:pathLst>
                <a:path w="21300" h="20756" fill="norm" stroke="1" extrusionOk="0">
                  <a:moveTo>
                    <a:pt x="2400" y="20756"/>
                  </a:moveTo>
                  <a:cubicBezTo>
                    <a:pt x="1200" y="20756"/>
                    <a:pt x="1200" y="20756"/>
                    <a:pt x="0" y="19316"/>
                  </a:cubicBezTo>
                  <a:cubicBezTo>
                    <a:pt x="0" y="17876"/>
                    <a:pt x="1200" y="16436"/>
                    <a:pt x="2400" y="16436"/>
                  </a:cubicBezTo>
                  <a:cubicBezTo>
                    <a:pt x="8400" y="13556"/>
                    <a:pt x="13200" y="7796"/>
                    <a:pt x="16800" y="2036"/>
                  </a:cubicBezTo>
                  <a:cubicBezTo>
                    <a:pt x="16800" y="596"/>
                    <a:pt x="19200" y="-844"/>
                    <a:pt x="20400" y="596"/>
                  </a:cubicBezTo>
                  <a:cubicBezTo>
                    <a:pt x="21600" y="596"/>
                    <a:pt x="21600" y="3476"/>
                    <a:pt x="20400" y="4916"/>
                  </a:cubicBezTo>
                  <a:cubicBezTo>
                    <a:pt x="16800" y="12116"/>
                    <a:pt x="10800" y="19316"/>
                    <a:pt x="3600" y="20756"/>
                  </a:cubicBezTo>
                  <a:cubicBezTo>
                    <a:pt x="3600" y="20756"/>
                    <a:pt x="2400" y="20756"/>
                    <a:pt x="2400" y="20756"/>
                  </a:cubicBezTo>
                  <a:close/>
                </a:path>
              </a:pathLst>
            </a:custGeom>
            <a:solidFill>
              <a:srgbClr val="414042"/>
            </a:solidFill>
            <a:ln w="12700" cap="flat">
              <a:noFill/>
              <a:miter lim="400000"/>
            </a:ln>
            <a:effectLst/>
          </p:spPr>
          <p:txBody>
            <a:bodyPr wrap="square" lIns="45719" tIns="45719" rIns="45719" bIns="45719" numCol="1" anchor="t">
              <a:noAutofit/>
            </a:bodyPr>
            <a:lstStyle/>
            <a:p>
              <a:pPr/>
            </a:p>
          </p:txBody>
        </p:sp>
        <p:sp>
          <p:nvSpPr>
            <p:cNvPr id="282" name="Freeform 106"/>
            <p:cNvSpPr/>
            <p:nvPr/>
          </p:nvSpPr>
          <p:spPr>
            <a:xfrm>
              <a:off x="123205" y="119840"/>
              <a:ext cx="123041" cy="114917"/>
            </a:xfrm>
            <a:custGeom>
              <a:avLst/>
              <a:gdLst/>
              <a:ahLst/>
              <a:cxnLst>
                <a:cxn ang="0">
                  <a:pos x="wd2" y="hd2"/>
                </a:cxn>
                <a:cxn ang="5400000">
                  <a:pos x="wd2" y="hd2"/>
                </a:cxn>
                <a:cxn ang="10800000">
                  <a:pos x="wd2" y="hd2"/>
                </a:cxn>
                <a:cxn ang="16200000">
                  <a:pos x="wd2" y="hd2"/>
                </a:cxn>
              </a:cxnLst>
              <a:rect l="0" t="0" r="r" b="b"/>
              <a:pathLst>
                <a:path w="21025" h="21600" fill="norm" stroke="1" extrusionOk="0">
                  <a:moveTo>
                    <a:pt x="2370" y="21600"/>
                  </a:moveTo>
                  <a:cubicBezTo>
                    <a:pt x="1389" y="21600"/>
                    <a:pt x="1389" y="21600"/>
                    <a:pt x="1389" y="21600"/>
                  </a:cubicBezTo>
                  <a:cubicBezTo>
                    <a:pt x="407" y="21600"/>
                    <a:pt x="-575" y="19440"/>
                    <a:pt x="407" y="18360"/>
                  </a:cubicBezTo>
                  <a:cubicBezTo>
                    <a:pt x="3352" y="9720"/>
                    <a:pt x="10225" y="3240"/>
                    <a:pt x="18080" y="0"/>
                  </a:cubicBezTo>
                  <a:cubicBezTo>
                    <a:pt x="20043" y="0"/>
                    <a:pt x="21025" y="1080"/>
                    <a:pt x="21025" y="2160"/>
                  </a:cubicBezTo>
                  <a:cubicBezTo>
                    <a:pt x="21025" y="3240"/>
                    <a:pt x="20043" y="4320"/>
                    <a:pt x="19061" y="4320"/>
                  </a:cubicBezTo>
                  <a:cubicBezTo>
                    <a:pt x="12189" y="6480"/>
                    <a:pt x="6298" y="12960"/>
                    <a:pt x="3352" y="20520"/>
                  </a:cubicBezTo>
                  <a:cubicBezTo>
                    <a:pt x="3352" y="21600"/>
                    <a:pt x="2370" y="21600"/>
                    <a:pt x="2370" y="21600"/>
                  </a:cubicBezTo>
                  <a:close/>
                </a:path>
              </a:pathLst>
            </a:custGeom>
            <a:solidFill>
              <a:srgbClr val="414042"/>
            </a:solidFill>
            <a:ln w="12700" cap="flat">
              <a:noFill/>
              <a:miter lim="400000"/>
            </a:ln>
            <a:effectLst/>
          </p:spPr>
          <p:txBody>
            <a:bodyPr wrap="square" lIns="45719" tIns="45719" rIns="45719" bIns="45719" numCol="1" anchor="t">
              <a:noAutofit/>
            </a:bodyPr>
            <a:lstStyle/>
            <a:p>
              <a:pPr/>
            </a:p>
          </p:txBody>
        </p:sp>
      </p:grpSp>
      <p:grpSp>
        <p:nvGrpSpPr>
          <p:cNvPr id="288" name="组合 101"/>
          <p:cNvGrpSpPr/>
          <p:nvPr/>
        </p:nvGrpSpPr>
        <p:grpSpPr>
          <a:xfrm>
            <a:off x="206454" y="3499118"/>
            <a:ext cx="525332" cy="525333"/>
            <a:chOff x="0" y="0"/>
            <a:chExt cx="525331" cy="525331"/>
          </a:xfrm>
        </p:grpSpPr>
        <p:sp>
          <p:nvSpPr>
            <p:cNvPr id="284" name="Freeform 100"/>
            <p:cNvSpPr/>
            <p:nvPr/>
          </p:nvSpPr>
          <p:spPr>
            <a:xfrm>
              <a:off x="11490" y="11491"/>
              <a:ext cx="502349" cy="502350"/>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20373" y="9082"/>
                  </a:moveTo>
                  <a:cubicBezTo>
                    <a:pt x="18655" y="9082"/>
                    <a:pt x="18655" y="9082"/>
                    <a:pt x="18655" y="9082"/>
                  </a:cubicBezTo>
                  <a:cubicBezTo>
                    <a:pt x="18409" y="8100"/>
                    <a:pt x="18164" y="7364"/>
                    <a:pt x="17673" y="6382"/>
                  </a:cubicBezTo>
                  <a:cubicBezTo>
                    <a:pt x="18900" y="5155"/>
                    <a:pt x="18900" y="5155"/>
                    <a:pt x="18900" y="5155"/>
                  </a:cubicBezTo>
                  <a:cubicBezTo>
                    <a:pt x="19391" y="4664"/>
                    <a:pt x="19391" y="4173"/>
                    <a:pt x="18900" y="3682"/>
                  </a:cubicBezTo>
                  <a:cubicBezTo>
                    <a:pt x="17918" y="2700"/>
                    <a:pt x="17918" y="2700"/>
                    <a:pt x="17918" y="2700"/>
                  </a:cubicBezTo>
                  <a:cubicBezTo>
                    <a:pt x="17427" y="2209"/>
                    <a:pt x="16691" y="2209"/>
                    <a:pt x="16445" y="2700"/>
                  </a:cubicBezTo>
                  <a:cubicBezTo>
                    <a:pt x="14973" y="3927"/>
                    <a:pt x="14973" y="3927"/>
                    <a:pt x="14973" y="3927"/>
                  </a:cubicBezTo>
                  <a:cubicBezTo>
                    <a:pt x="14236" y="3436"/>
                    <a:pt x="13500" y="3191"/>
                    <a:pt x="12518" y="2945"/>
                  </a:cubicBezTo>
                  <a:cubicBezTo>
                    <a:pt x="12518" y="1227"/>
                    <a:pt x="12518" y="1227"/>
                    <a:pt x="12518" y="1227"/>
                  </a:cubicBezTo>
                  <a:cubicBezTo>
                    <a:pt x="12518" y="491"/>
                    <a:pt x="12027" y="0"/>
                    <a:pt x="11291" y="0"/>
                  </a:cubicBezTo>
                  <a:cubicBezTo>
                    <a:pt x="10064" y="0"/>
                    <a:pt x="10064" y="0"/>
                    <a:pt x="10064" y="0"/>
                  </a:cubicBezTo>
                  <a:cubicBezTo>
                    <a:pt x="9573" y="0"/>
                    <a:pt x="8836" y="491"/>
                    <a:pt x="8836" y="1227"/>
                  </a:cubicBezTo>
                  <a:cubicBezTo>
                    <a:pt x="8836" y="2945"/>
                    <a:pt x="8836" y="2945"/>
                    <a:pt x="8836" y="2945"/>
                  </a:cubicBezTo>
                  <a:cubicBezTo>
                    <a:pt x="8100" y="3191"/>
                    <a:pt x="7118" y="3436"/>
                    <a:pt x="6382" y="3927"/>
                  </a:cubicBezTo>
                  <a:cubicBezTo>
                    <a:pt x="5155" y="2700"/>
                    <a:pt x="5155" y="2700"/>
                    <a:pt x="5155" y="2700"/>
                  </a:cubicBezTo>
                  <a:cubicBezTo>
                    <a:pt x="4664" y="2209"/>
                    <a:pt x="3927" y="2209"/>
                    <a:pt x="3682" y="2700"/>
                  </a:cubicBezTo>
                  <a:cubicBezTo>
                    <a:pt x="2700" y="3682"/>
                    <a:pt x="2700" y="3682"/>
                    <a:pt x="2700" y="3682"/>
                  </a:cubicBezTo>
                  <a:cubicBezTo>
                    <a:pt x="2209" y="3927"/>
                    <a:pt x="2209" y="4664"/>
                    <a:pt x="2700" y="5155"/>
                  </a:cubicBezTo>
                  <a:cubicBezTo>
                    <a:pt x="3927" y="6382"/>
                    <a:pt x="3927" y="6382"/>
                    <a:pt x="3927" y="6382"/>
                  </a:cubicBezTo>
                  <a:cubicBezTo>
                    <a:pt x="3436" y="7118"/>
                    <a:pt x="2945" y="8100"/>
                    <a:pt x="2700" y="9082"/>
                  </a:cubicBezTo>
                  <a:cubicBezTo>
                    <a:pt x="982" y="9082"/>
                    <a:pt x="982" y="9082"/>
                    <a:pt x="982" y="9082"/>
                  </a:cubicBezTo>
                  <a:cubicBezTo>
                    <a:pt x="491" y="9082"/>
                    <a:pt x="0" y="9573"/>
                    <a:pt x="0" y="10064"/>
                  </a:cubicBezTo>
                  <a:cubicBezTo>
                    <a:pt x="0" y="11536"/>
                    <a:pt x="0" y="11536"/>
                    <a:pt x="0" y="11536"/>
                  </a:cubicBezTo>
                  <a:cubicBezTo>
                    <a:pt x="0" y="12027"/>
                    <a:pt x="491" y="12518"/>
                    <a:pt x="982" y="12518"/>
                  </a:cubicBezTo>
                  <a:cubicBezTo>
                    <a:pt x="2700" y="12518"/>
                    <a:pt x="2700" y="12518"/>
                    <a:pt x="2700" y="12518"/>
                  </a:cubicBezTo>
                  <a:cubicBezTo>
                    <a:pt x="2945" y="13500"/>
                    <a:pt x="3436" y="14236"/>
                    <a:pt x="3927" y="15218"/>
                  </a:cubicBezTo>
                  <a:cubicBezTo>
                    <a:pt x="2700" y="16445"/>
                    <a:pt x="2700" y="16445"/>
                    <a:pt x="2700" y="16445"/>
                  </a:cubicBezTo>
                  <a:cubicBezTo>
                    <a:pt x="2209" y="16691"/>
                    <a:pt x="2209" y="17427"/>
                    <a:pt x="2700" y="17918"/>
                  </a:cubicBezTo>
                  <a:cubicBezTo>
                    <a:pt x="3436" y="18900"/>
                    <a:pt x="3436" y="18900"/>
                    <a:pt x="3436" y="18900"/>
                  </a:cubicBezTo>
                  <a:cubicBezTo>
                    <a:pt x="3927" y="19391"/>
                    <a:pt x="4664" y="19391"/>
                    <a:pt x="5155" y="18900"/>
                  </a:cubicBezTo>
                  <a:cubicBezTo>
                    <a:pt x="6382" y="17673"/>
                    <a:pt x="6382" y="17673"/>
                    <a:pt x="6382" y="17673"/>
                  </a:cubicBezTo>
                  <a:cubicBezTo>
                    <a:pt x="7118" y="18164"/>
                    <a:pt x="8100" y="18655"/>
                    <a:pt x="8836" y="18655"/>
                  </a:cubicBezTo>
                  <a:cubicBezTo>
                    <a:pt x="8836" y="20618"/>
                    <a:pt x="8836" y="20618"/>
                    <a:pt x="8836" y="20618"/>
                  </a:cubicBezTo>
                  <a:cubicBezTo>
                    <a:pt x="8836" y="21109"/>
                    <a:pt x="9327" y="21600"/>
                    <a:pt x="10064" y="21600"/>
                  </a:cubicBezTo>
                  <a:cubicBezTo>
                    <a:pt x="11291" y="21600"/>
                    <a:pt x="11291" y="21600"/>
                    <a:pt x="11291" y="21600"/>
                  </a:cubicBezTo>
                  <a:cubicBezTo>
                    <a:pt x="12027" y="21600"/>
                    <a:pt x="12518" y="21109"/>
                    <a:pt x="12518" y="20618"/>
                  </a:cubicBezTo>
                  <a:cubicBezTo>
                    <a:pt x="12518" y="18655"/>
                    <a:pt x="12518" y="18655"/>
                    <a:pt x="12518" y="18655"/>
                  </a:cubicBezTo>
                  <a:cubicBezTo>
                    <a:pt x="13500" y="18655"/>
                    <a:pt x="14236" y="18164"/>
                    <a:pt x="14973" y="17673"/>
                  </a:cubicBezTo>
                  <a:cubicBezTo>
                    <a:pt x="16200" y="18900"/>
                    <a:pt x="16200" y="18900"/>
                    <a:pt x="16200" y="18900"/>
                  </a:cubicBezTo>
                  <a:cubicBezTo>
                    <a:pt x="16691" y="19391"/>
                    <a:pt x="17427" y="19391"/>
                    <a:pt x="17918" y="18900"/>
                  </a:cubicBezTo>
                  <a:cubicBezTo>
                    <a:pt x="18900" y="17918"/>
                    <a:pt x="18900" y="17918"/>
                    <a:pt x="18900" y="17918"/>
                  </a:cubicBezTo>
                  <a:cubicBezTo>
                    <a:pt x="19391" y="17673"/>
                    <a:pt x="19391" y="16936"/>
                    <a:pt x="18900" y="16445"/>
                  </a:cubicBezTo>
                  <a:cubicBezTo>
                    <a:pt x="17673" y="15218"/>
                    <a:pt x="17673" y="15218"/>
                    <a:pt x="17673" y="15218"/>
                  </a:cubicBezTo>
                  <a:cubicBezTo>
                    <a:pt x="18164" y="14482"/>
                    <a:pt x="18409" y="13500"/>
                    <a:pt x="18655" y="12518"/>
                  </a:cubicBezTo>
                  <a:cubicBezTo>
                    <a:pt x="20373" y="12518"/>
                    <a:pt x="20373" y="12518"/>
                    <a:pt x="20373" y="12518"/>
                  </a:cubicBezTo>
                  <a:cubicBezTo>
                    <a:pt x="21109" y="12518"/>
                    <a:pt x="21600" y="12027"/>
                    <a:pt x="21600" y="11536"/>
                  </a:cubicBezTo>
                  <a:cubicBezTo>
                    <a:pt x="21600" y="10064"/>
                    <a:pt x="21600" y="10064"/>
                    <a:pt x="21600" y="10064"/>
                  </a:cubicBezTo>
                  <a:cubicBezTo>
                    <a:pt x="21600" y="9573"/>
                    <a:pt x="21109" y="9082"/>
                    <a:pt x="20373" y="9082"/>
                  </a:cubicBezTo>
                  <a:close/>
                  <a:moveTo>
                    <a:pt x="10800" y="14482"/>
                  </a:moveTo>
                  <a:cubicBezTo>
                    <a:pt x="8836" y="14482"/>
                    <a:pt x="7118" y="12764"/>
                    <a:pt x="7118" y="10800"/>
                  </a:cubicBezTo>
                  <a:cubicBezTo>
                    <a:pt x="7118" y="8836"/>
                    <a:pt x="8836" y="7118"/>
                    <a:pt x="10800" y="7118"/>
                  </a:cubicBezTo>
                  <a:cubicBezTo>
                    <a:pt x="12764" y="7118"/>
                    <a:pt x="14482" y="8836"/>
                    <a:pt x="14482" y="10800"/>
                  </a:cubicBezTo>
                  <a:cubicBezTo>
                    <a:pt x="14482" y="12764"/>
                    <a:pt x="12764" y="14482"/>
                    <a:pt x="10800" y="14482"/>
                  </a:cubicBezTo>
                  <a:close/>
                </a:path>
              </a:pathLst>
            </a:custGeom>
            <a:solidFill>
              <a:srgbClr val="005790"/>
            </a:solidFill>
            <a:ln w="12700" cap="flat">
              <a:noFill/>
              <a:miter lim="400000"/>
            </a:ln>
            <a:effectLst/>
          </p:spPr>
          <p:txBody>
            <a:bodyPr wrap="square" lIns="45719" tIns="45719" rIns="45719" bIns="45719" numCol="1" anchor="t">
              <a:noAutofit/>
            </a:bodyPr>
            <a:lstStyle/>
            <a:p>
              <a:pPr/>
            </a:p>
          </p:txBody>
        </p:sp>
        <p:sp>
          <p:nvSpPr>
            <p:cNvPr id="285" name="Freeform 102"/>
            <p:cNvSpPr/>
            <p:nvPr/>
          </p:nvSpPr>
          <p:spPr>
            <a:xfrm>
              <a:off x="0" y="0"/>
              <a:ext cx="525333" cy="525333"/>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1270" y="21600"/>
                  </a:moveTo>
                  <a:cubicBezTo>
                    <a:pt x="10096" y="21600"/>
                    <a:pt x="10096" y="21600"/>
                    <a:pt x="10096" y="21600"/>
                  </a:cubicBezTo>
                  <a:cubicBezTo>
                    <a:pt x="9157" y="21600"/>
                    <a:pt x="8452" y="20896"/>
                    <a:pt x="8452" y="20191"/>
                  </a:cubicBezTo>
                  <a:cubicBezTo>
                    <a:pt x="8452" y="18783"/>
                    <a:pt x="8452" y="18783"/>
                    <a:pt x="8452" y="18783"/>
                  </a:cubicBezTo>
                  <a:cubicBezTo>
                    <a:pt x="7983" y="18548"/>
                    <a:pt x="7278" y="18313"/>
                    <a:pt x="6574" y="18078"/>
                  </a:cubicBezTo>
                  <a:cubicBezTo>
                    <a:pt x="5635" y="19017"/>
                    <a:pt x="5635" y="19017"/>
                    <a:pt x="5635" y="19017"/>
                  </a:cubicBezTo>
                  <a:cubicBezTo>
                    <a:pt x="5165" y="19487"/>
                    <a:pt x="3991" y="19487"/>
                    <a:pt x="3522" y="18783"/>
                  </a:cubicBezTo>
                  <a:cubicBezTo>
                    <a:pt x="2583" y="18078"/>
                    <a:pt x="2583" y="18078"/>
                    <a:pt x="2583" y="18078"/>
                  </a:cubicBezTo>
                  <a:cubicBezTo>
                    <a:pt x="2348" y="17609"/>
                    <a:pt x="2113" y="17374"/>
                    <a:pt x="2113" y="16904"/>
                  </a:cubicBezTo>
                  <a:cubicBezTo>
                    <a:pt x="2113" y="16435"/>
                    <a:pt x="2348" y="16200"/>
                    <a:pt x="2583" y="15730"/>
                  </a:cubicBezTo>
                  <a:cubicBezTo>
                    <a:pt x="3522" y="14791"/>
                    <a:pt x="3522" y="14791"/>
                    <a:pt x="3522" y="14791"/>
                  </a:cubicBezTo>
                  <a:cubicBezTo>
                    <a:pt x="3287" y="14322"/>
                    <a:pt x="3052" y="13617"/>
                    <a:pt x="2817" y="12913"/>
                  </a:cubicBezTo>
                  <a:cubicBezTo>
                    <a:pt x="1409" y="12913"/>
                    <a:pt x="1409" y="12913"/>
                    <a:pt x="1409" y="12913"/>
                  </a:cubicBezTo>
                  <a:cubicBezTo>
                    <a:pt x="939" y="12913"/>
                    <a:pt x="704" y="12913"/>
                    <a:pt x="470" y="12443"/>
                  </a:cubicBezTo>
                  <a:cubicBezTo>
                    <a:pt x="0" y="12209"/>
                    <a:pt x="0" y="11739"/>
                    <a:pt x="0" y="11504"/>
                  </a:cubicBezTo>
                  <a:cubicBezTo>
                    <a:pt x="0" y="10096"/>
                    <a:pt x="0" y="10096"/>
                    <a:pt x="0" y="10096"/>
                  </a:cubicBezTo>
                  <a:cubicBezTo>
                    <a:pt x="0" y="9391"/>
                    <a:pt x="704" y="8687"/>
                    <a:pt x="1409" y="8687"/>
                  </a:cubicBezTo>
                  <a:cubicBezTo>
                    <a:pt x="2817" y="8687"/>
                    <a:pt x="2817" y="8687"/>
                    <a:pt x="2817" y="8687"/>
                  </a:cubicBezTo>
                  <a:cubicBezTo>
                    <a:pt x="3052" y="7983"/>
                    <a:pt x="3287" y="7278"/>
                    <a:pt x="3522" y="6809"/>
                  </a:cubicBezTo>
                  <a:cubicBezTo>
                    <a:pt x="2583" y="5870"/>
                    <a:pt x="2583" y="5870"/>
                    <a:pt x="2583" y="5870"/>
                  </a:cubicBezTo>
                  <a:cubicBezTo>
                    <a:pt x="2113" y="5165"/>
                    <a:pt x="2113" y="4226"/>
                    <a:pt x="2583" y="3522"/>
                  </a:cubicBezTo>
                  <a:cubicBezTo>
                    <a:pt x="3522" y="2583"/>
                    <a:pt x="3522" y="2583"/>
                    <a:pt x="3522" y="2583"/>
                  </a:cubicBezTo>
                  <a:cubicBezTo>
                    <a:pt x="4226" y="2113"/>
                    <a:pt x="5165" y="2113"/>
                    <a:pt x="5870" y="2583"/>
                  </a:cubicBezTo>
                  <a:cubicBezTo>
                    <a:pt x="6809" y="3522"/>
                    <a:pt x="6809" y="3522"/>
                    <a:pt x="6809" y="3522"/>
                  </a:cubicBezTo>
                  <a:cubicBezTo>
                    <a:pt x="7278" y="3287"/>
                    <a:pt x="7983" y="3052"/>
                    <a:pt x="8452" y="2817"/>
                  </a:cubicBezTo>
                  <a:cubicBezTo>
                    <a:pt x="8452" y="1643"/>
                    <a:pt x="8452" y="1643"/>
                    <a:pt x="8452" y="1643"/>
                  </a:cubicBezTo>
                  <a:cubicBezTo>
                    <a:pt x="8452" y="704"/>
                    <a:pt x="9157" y="0"/>
                    <a:pt x="10096" y="0"/>
                  </a:cubicBezTo>
                  <a:cubicBezTo>
                    <a:pt x="11270" y="0"/>
                    <a:pt x="11270" y="0"/>
                    <a:pt x="11270" y="0"/>
                  </a:cubicBezTo>
                  <a:cubicBezTo>
                    <a:pt x="12209" y="0"/>
                    <a:pt x="12913" y="704"/>
                    <a:pt x="12913" y="1643"/>
                  </a:cubicBezTo>
                  <a:cubicBezTo>
                    <a:pt x="12913" y="2817"/>
                    <a:pt x="12913" y="2817"/>
                    <a:pt x="12913" y="2817"/>
                  </a:cubicBezTo>
                  <a:cubicBezTo>
                    <a:pt x="13617" y="3052"/>
                    <a:pt x="14322" y="3287"/>
                    <a:pt x="14791" y="3522"/>
                  </a:cubicBezTo>
                  <a:cubicBezTo>
                    <a:pt x="15730" y="2583"/>
                    <a:pt x="15730" y="2583"/>
                    <a:pt x="15730" y="2583"/>
                  </a:cubicBezTo>
                  <a:cubicBezTo>
                    <a:pt x="16435" y="2113"/>
                    <a:pt x="17374" y="2113"/>
                    <a:pt x="18078" y="2583"/>
                  </a:cubicBezTo>
                  <a:cubicBezTo>
                    <a:pt x="18783" y="3522"/>
                    <a:pt x="18783" y="3522"/>
                    <a:pt x="18783" y="3522"/>
                  </a:cubicBezTo>
                  <a:cubicBezTo>
                    <a:pt x="19252" y="3991"/>
                    <a:pt x="19252" y="4226"/>
                    <a:pt x="19252" y="4696"/>
                  </a:cubicBezTo>
                  <a:cubicBezTo>
                    <a:pt x="19252" y="5165"/>
                    <a:pt x="19252" y="5400"/>
                    <a:pt x="18783" y="5870"/>
                  </a:cubicBezTo>
                  <a:cubicBezTo>
                    <a:pt x="17843" y="6809"/>
                    <a:pt x="17843" y="6809"/>
                    <a:pt x="17843" y="6809"/>
                  </a:cubicBezTo>
                  <a:cubicBezTo>
                    <a:pt x="18313" y="7278"/>
                    <a:pt x="18548" y="7983"/>
                    <a:pt x="18783" y="8687"/>
                  </a:cubicBezTo>
                  <a:cubicBezTo>
                    <a:pt x="19957" y="8687"/>
                    <a:pt x="19957" y="8687"/>
                    <a:pt x="19957" y="8687"/>
                  </a:cubicBezTo>
                  <a:cubicBezTo>
                    <a:pt x="20896" y="8687"/>
                    <a:pt x="21600" y="9391"/>
                    <a:pt x="21600" y="10096"/>
                  </a:cubicBezTo>
                  <a:cubicBezTo>
                    <a:pt x="21600" y="11504"/>
                    <a:pt x="21600" y="11504"/>
                    <a:pt x="21600" y="11504"/>
                  </a:cubicBezTo>
                  <a:cubicBezTo>
                    <a:pt x="21600" y="12209"/>
                    <a:pt x="20896" y="12913"/>
                    <a:pt x="19957" y="12913"/>
                  </a:cubicBezTo>
                  <a:cubicBezTo>
                    <a:pt x="19957" y="12913"/>
                    <a:pt x="19957" y="12913"/>
                    <a:pt x="19957" y="12913"/>
                  </a:cubicBezTo>
                  <a:cubicBezTo>
                    <a:pt x="18783" y="12913"/>
                    <a:pt x="18783" y="12913"/>
                    <a:pt x="18783" y="12913"/>
                  </a:cubicBezTo>
                  <a:cubicBezTo>
                    <a:pt x="18548" y="13617"/>
                    <a:pt x="18313" y="14322"/>
                    <a:pt x="17843" y="14791"/>
                  </a:cubicBezTo>
                  <a:cubicBezTo>
                    <a:pt x="18783" y="15730"/>
                    <a:pt x="18783" y="15730"/>
                    <a:pt x="18783" y="15730"/>
                  </a:cubicBezTo>
                  <a:cubicBezTo>
                    <a:pt x="19252" y="16200"/>
                    <a:pt x="19252" y="16435"/>
                    <a:pt x="19252" y="16904"/>
                  </a:cubicBezTo>
                  <a:cubicBezTo>
                    <a:pt x="19252" y="17374"/>
                    <a:pt x="19252" y="17843"/>
                    <a:pt x="18783" y="18078"/>
                  </a:cubicBezTo>
                  <a:cubicBezTo>
                    <a:pt x="17843" y="19017"/>
                    <a:pt x="17843" y="19017"/>
                    <a:pt x="17843" y="19017"/>
                  </a:cubicBezTo>
                  <a:cubicBezTo>
                    <a:pt x="17374" y="19487"/>
                    <a:pt x="16435" y="19487"/>
                    <a:pt x="15730" y="19017"/>
                  </a:cubicBezTo>
                  <a:cubicBezTo>
                    <a:pt x="14791" y="18078"/>
                    <a:pt x="14791" y="18078"/>
                    <a:pt x="14791" y="18078"/>
                  </a:cubicBezTo>
                  <a:cubicBezTo>
                    <a:pt x="14322" y="18313"/>
                    <a:pt x="13617" y="18548"/>
                    <a:pt x="12913" y="18783"/>
                  </a:cubicBezTo>
                  <a:cubicBezTo>
                    <a:pt x="12913" y="20191"/>
                    <a:pt x="12913" y="20191"/>
                    <a:pt x="12913" y="20191"/>
                  </a:cubicBezTo>
                  <a:cubicBezTo>
                    <a:pt x="12913" y="20896"/>
                    <a:pt x="12209" y="21600"/>
                    <a:pt x="11270" y="21600"/>
                  </a:cubicBezTo>
                  <a:close/>
                  <a:moveTo>
                    <a:pt x="6574" y="16670"/>
                  </a:moveTo>
                  <a:cubicBezTo>
                    <a:pt x="6809" y="16904"/>
                    <a:pt x="6809" y="16904"/>
                    <a:pt x="6809" y="16904"/>
                  </a:cubicBezTo>
                  <a:cubicBezTo>
                    <a:pt x="7513" y="17374"/>
                    <a:pt x="8217" y="17843"/>
                    <a:pt x="9157" y="17843"/>
                  </a:cubicBezTo>
                  <a:cubicBezTo>
                    <a:pt x="9391" y="18078"/>
                    <a:pt x="9391" y="18078"/>
                    <a:pt x="9391" y="18078"/>
                  </a:cubicBezTo>
                  <a:cubicBezTo>
                    <a:pt x="9391" y="20191"/>
                    <a:pt x="9391" y="20191"/>
                    <a:pt x="9391" y="20191"/>
                  </a:cubicBezTo>
                  <a:cubicBezTo>
                    <a:pt x="9391" y="20426"/>
                    <a:pt x="9861" y="20661"/>
                    <a:pt x="10096" y="20661"/>
                  </a:cubicBezTo>
                  <a:cubicBezTo>
                    <a:pt x="11270" y="20661"/>
                    <a:pt x="11270" y="20661"/>
                    <a:pt x="11270" y="20661"/>
                  </a:cubicBezTo>
                  <a:cubicBezTo>
                    <a:pt x="11270" y="21130"/>
                    <a:pt x="11270" y="21130"/>
                    <a:pt x="11270" y="21130"/>
                  </a:cubicBezTo>
                  <a:cubicBezTo>
                    <a:pt x="11270" y="20661"/>
                    <a:pt x="11270" y="20661"/>
                    <a:pt x="11270" y="20661"/>
                  </a:cubicBezTo>
                  <a:cubicBezTo>
                    <a:pt x="11739" y="20661"/>
                    <a:pt x="11974" y="20426"/>
                    <a:pt x="11974" y="20191"/>
                  </a:cubicBezTo>
                  <a:cubicBezTo>
                    <a:pt x="11974" y="18078"/>
                    <a:pt x="11974" y="18078"/>
                    <a:pt x="11974" y="18078"/>
                  </a:cubicBezTo>
                  <a:cubicBezTo>
                    <a:pt x="12443" y="17843"/>
                    <a:pt x="12443" y="17843"/>
                    <a:pt x="12443" y="17843"/>
                  </a:cubicBezTo>
                  <a:cubicBezTo>
                    <a:pt x="13148" y="17843"/>
                    <a:pt x="13852" y="17374"/>
                    <a:pt x="14557" y="16904"/>
                  </a:cubicBezTo>
                  <a:cubicBezTo>
                    <a:pt x="15026" y="16904"/>
                    <a:pt x="15026" y="16904"/>
                    <a:pt x="15026" y="16904"/>
                  </a:cubicBezTo>
                  <a:cubicBezTo>
                    <a:pt x="16435" y="18313"/>
                    <a:pt x="16435" y="18313"/>
                    <a:pt x="16435" y="18313"/>
                  </a:cubicBezTo>
                  <a:cubicBezTo>
                    <a:pt x="16670" y="18548"/>
                    <a:pt x="17139" y="18548"/>
                    <a:pt x="17374" y="18313"/>
                  </a:cubicBezTo>
                  <a:cubicBezTo>
                    <a:pt x="18078" y="17374"/>
                    <a:pt x="18078" y="17374"/>
                    <a:pt x="18078" y="17374"/>
                  </a:cubicBezTo>
                  <a:cubicBezTo>
                    <a:pt x="18313" y="17374"/>
                    <a:pt x="18313" y="17139"/>
                    <a:pt x="18313" y="16904"/>
                  </a:cubicBezTo>
                  <a:cubicBezTo>
                    <a:pt x="18313" y="16670"/>
                    <a:pt x="18313" y="16670"/>
                    <a:pt x="18078" y="16435"/>
                  </a:cubicBezTo>
                  <a:cubicBezTo>
                    <a:pt x="16670" y="15026"/>
                    <a:pt x="16670" y="15026"/>
                    <a:pt x="16670" y="15026"/>
                  </a:cubicBezTo>
                  <a:cubicBezTo>
                    <a:pt x="16904" y="14791"/>
                    <a:pt x="16904" y="14791"/>
                    <a:pt x="16904" y="14791"/>
                  </a:cubicBezTo>
                  <a:cubicBezTo>
                    <a:pt x="17374" y="14087"/>
                    <a:pt x="17609" y="13148"/>
                    <a:pt x="17843" y="12443"/>
                  </a:cubicBezTo>
                  <a:cubicBezTo>
                    <a:pt x="18078" y="11974"/>
                    <a:pt x="18078" y="11974"/>
                    <a:pt x="18078" y="11974"/>
                  </a:cubicBezTo>
                  <a:cubicBezTo>
                    <a:pt x="19957" y="11974"/>
                    <a:pt x="19957" y="11974"/>
                    <a:pt x="19957" y="11974"/>
                  </a:cubicBezTo>
                  <a:cubicBezTo>
                    <a:pt x="20426" y="11974"/>
                    <a:pt x="20661" y="11739"/>
                    <a:pt x="20661" y="11504"/>
                  </a:cubicBezTo>
                  <a:cubicBezTo>
                    <a:pt x="20661" y="10096"/>
                    <a:pt x="20661" y="10096"/>
                    <a:pt x="20661" y="10096"/>
                  </a:cubicBezTo>
                  <a:cubicBezTo>
                    <a:pt x="20661" y="9861"/>
                    <a:pt x="20426" y="9626"/>
                    <a:pt x="19957" y="9626"/>
                  </a:cubicBezTo>
                  <a:cubicBezTo>
                    <a:pt x="18078" y="9626"/>
                    <a:pt x="18078" y="9626"/>
                    <a:pt x="18078" y="9626"/>
                  </a:cubicBezTo>
                  <a:cubicBezTo>
                    <a:pt x="17843" y="9157"/>
                    <a:pt x="17843" y="9157"/>
                    <a:pt x="17843" y="9157"/>
                  </a:cubicBezTo>
                  <a:cubicBezTo>
                    <a:pt x="17609" y="8452"/>
                    <a:pt x="17374" y="7513"/>
                    <a:pt x="16904" y="6809"/>
                  </a:cubicBezTo>
                  <a:cubicBezTo>
                    <a:pt x="16670" y="6574"/>
                    <a:pt x="16670" y="6574"/>
                    <a:pt x="16670" y="6574"/>
                  </a:cubicBezTo>
                  <a:cubicBezTo>
                    <a:pt x="18313" y="5165"/>
                    <a:pt x="18313" y="5165"/>
                    <a:pt x="18313" y="5165"/>
                  </a:cubicBezTo>
                  <a:cubicBezTo>
                    <a:pt x="18313" y="4930"/>
                    <a:pt x="18313" y="4930"/>
                    <a:pt x="18313" y="4696"/>
                  </a:cubicBezTo>
                  <a:cubicBezTo>
                    <a:pt x="18313" y="4461"/>
                    <a:pt x="18313" y="4461"/>
                    <a:pt x="18313" y="4226"/>
                  </a:cubicBezTo>
                  <a:cubicBezTo>
                    <a:pt x="17374" y="3287"/>
                    <a:pt x="17374" y="3287"/>
                    <a:pt x="17374" y="3287"/>
                  </a:cubicBezTo>
                  <a:cubicBezTo>
                    <a:pt x="17139" y="3052"/>
                    <a:pt x="16670" y="3052"/>
                    <a:pt x="16435" y="3287"/>
                  </a:cubicBezTo>
                  <a:cubicBezTo>
                    <a:pt x="15026" y="4930"/>
                    <a:pt x="15026" y="4930"/>
                    <a:pt x="15026" y="4930"/>
                  </a:cubicBezTo>
                  <a:cubicBezTo>
                    <a:pt x="14557" y="4696"/>
                    <a:pt x="14557" y="4696"/>
                    <a:pt x="14557" y="4696"/>
                  </a:cubicBezTo>
                  <a:cubicBezTo>
                    <a:pt x="13852" y="4226"/>
                    <a:pt x="13148" y="3757"/>
                    <a:pt x="12443" y="3757"/>
                  </a:cubicBezTo>
                  <a:cubicBezTo>
                    <a:pt x="11974" y="3522"/>
                    <a:pt x="11974" y="3522"/>
                    <a:pt x="11974" y="3522"/>
                  </a:cubicBezTo>
                  <a:cubicBezTo>
                    <a:pt x="11974" y="1643"/>
                    <a:pt x="11974" y="1643"/>
                    <a:pt x="11974" y="1643"/>
                  </a:cubicBezTo>
                  <a:cubicBezTo>
                    <a:pt x="11974" y="1174"/>
                    <a:pt x="11739" y="939"/>
                    <a:pt x="11270" y="939"/>
                  </a:cubicBezTo>
                  <a:cubicBezTo>
                    <a:pt x="10096" y="939"/>
                    <a:pt x="10096" y="939"/>
                    <a:pt x="10096" y="939"/>
                  </a:cubicBezTo>
                  <a:cubicBezTo>
                    <a:pt x="9861" y="939"/>
                    <a:pt x="9391" y="1174"/>
                    <a:pt x="9391" y="1643"/>
                  </a:cubicBezTo>
                  <a:cubicBezTo>
                    <a:pt x="9391" y="3522"/>
                    <a:pt x="9391" y="3522"/>
                    <a:pt x="9391" y="3522"/>
                  </a:cubicBezTo>
                  <a:cubicBezTo>
                    <a:pt x="9157" y="3757"/>
                    <a:pt x="9157" y="3757"/>
                    <a:pt x="9157" y="3757"/>
                  </a:cubicBezTo>
                  <a:cubicBezTo>
                    <a:pt x="8452" y="3757"/>
                    <a:pt x="7513" y="4226"/>
                    <a:pt x="6809" y="4696"/>
                  </a:cubicBezTo>
                  <a:cubicBezTo>
                    <a:pt x="6574" y="4696"/>
                    <a:pt x="6574" y="4696"/>
                    <a:pt x="6574" y="4696"/>
                  </a:cubicBezTo>
                  <a:cubicBezTo>
                    <a:pt x="5165" y="3287"/>
                    <a:pt x="5165" y="3287"/>
                    <a:pt x="5165" y="3287"/>
                  </a:cubicBezTo>
                  <a:cubicBezTo>
                    <a:pt x="4930" y="3052"/>
                    <a:pt x="4461" y="3052"/>
                    <a:pt x="4226" y="3287"/>
                  </a:cubicBezTo>
                  <a:cubicBezTo>
                    <a:pt x="3287" y="4226"/>
                    <a:pt x="3287" y="4226"/>
                    <a:pt x="3287" y="4226"/>
                  </a:cubicBezTo>
                  <a:cubicBezTo>
                    <a:pt x="3052" y="4461"/>
                    <a:pt x="3052" y="4930"/>
                    <a:pt x="3287" y="5165"/>
                  </a:cubicBezTo>
                  <a:cubicBezTo>
                    <a:pt x="4696" y="6574"/>
                    <a:pt x="4696" y="6574"/>
                    <a:pt x="4696" y="6574"/>
                  </a:cubicBezTo>
                  <a:cubicBezTo>
                    <a:pt x="4696" y="6809"/>
                    <a:pt x="4696" y="6809"/>
                    <a:pt x="4696" y="6809"/>
                  </a:cubicBezTo>
                  <a:cubicBezTo>
                    <a:pt x="4226" y="7513"/>
                    <a:pt x="3757" y="8452"/>
                    <a:pt x="3522" y="9157"/>
                  </a:cubicBezTo>
                  <a:cubicBezTo>
                    <a:pt x="3522" y="9626"/>
                    <a:pt x="3522" y="9626"/>
                    <a:pt x="3522" y="9626"/>
                  </a:cubicBezTo>
                  <a:cubicBezTo>
                    <a:pt x="1409" y="9626"/>
                    <a:pt x="1409" y="9626"/>
                    <a:pt x="1409" y="9626"/>
                  </a:cubicBezTo>
                  <a:cubicBezTo>
                    <a:pt x="1174" y="9626"/>
                    <a:pt x="939" y="9861"/>
                    <a:pt x="939" y="10096"/>
                  </a:cubicBezTo>
                  <a:cubicBezTo>
                    <a:pt x="939" y="11504"/>
                    <a:pt x="939" y="11504"/>
                    <a:pt x="939" y="11504"/>
                  </a:cubicBezTo>
                  <a:cubicBezTo>
                    <a:pt x="939" y="11504"/>
                    <a:pt x="939" y="11739"/>
                    <a:pt x="939" y="11739"/>
                  </a:cubicBezTo>
                  <a:cubicBezTo>
                    <a:pt x="1174" y="11974"/>
                    <a:pt x="1409" y="11974"/>
                    <a:pt x="1409" y="11974"/>
                  </a:cubicBezTo>
                  <a:cubicBezTo>
                    <a:pt x="3522" y="11974"/>
                    <a:pt x="3522" y="11974"/>
                    <a:pt x="3522" y="11974"/>
                  </a:cubicBezTo>
                  <a:cubicBezTo>
                    <a:pt x="3522" y="12443"/>
                    <a:pt x="3522" y="12443"/>
                    <a:pt x="3522" y="12443"/>
                  </a:cubicBezTo>
                  <a:cubicBezTo>
                    <a:pt x="3757" y="13148"/>
                    <a:pt x="3991" y="14087"/>
                    <a:pt x="4461" y="14791"/>
                  </a:cubicBezTo>
                  <a:cubicBezTo>
                    <a:pt x="4696" y="15026"/>
                    <a:pt x="4696" y="15026"/>
                    <a:pt x="4696" y="15026"/>
                  </a:cubicBezTo>
                  <a:cubicBezTo>
                    <a:pt x="3287" y="16435"/>
                    <a:pt x="3287" y="16435"/>
                    <a:pt x="3287" y="16435"/>
                  </a:cubicBezTo>
                  <a:cubicBezTo>
                    <a:pt x="3052" y="16670"/>
                    <a:pt x="3052" y="16670"/>
                    <a:pt x="3052" y="16904"/>
                  </a:cubicBezTo>
                  <a:cubicBezTo>
                    <a:pt x="3052" y="17139"/>
                    <a:pt x="3052" y="17139"/>
                    <a:pt x="3287" y="17374"/>
                  </a:cubicBezTo>
                  <a:cubicBezTo>
                    <a:pt x="4226" y="18313"/>
                    <a:pt x="4226" y="18313"/>
                    <a:pt x="4226" y="18313"/>
                  </a:cubicBezTo>
                  <a:cubicBezTo>
                    <a:pt x="4461" y="18548"/>
                    <a:pt x="4930" y="18548"/>
                    <a:pt x="4930" y="18313"/>
                  </a:cubicBezTo>
                  <a:lnTo>
                    <a:pt x="6574" y="16670"/>
                  </a:lnTo>
                  <a:close/>
                  <a:moveTo>
                    <a:pt x="10800" y="14791"/>
                  </a:moveTo>
                  <a:cubicBezTo>
                    <a:pt x="8687" y="14791"/>
                    <a:pt x="6809" y="12913"/>
                    <a:pt x="6809" y="10800"/>
                  </a:cubicBezTo>
                  <a:cubicBezTo>
                    <a:pt x="6809" y="8687"/>
                    <a:pt x="8687" y="6809"/>
                    <a:pt x="10800" y="6809"/>
                  </a:cubicBezTo>
                  <a:cubicBezTo>
                    <a:pt x="12913" y="6809"/>
                    <a:pt x="14791" y="8687"/>
                    <a:pt x="14791" y="10800"/>
                  </a:cubicBezTo>
                  <a:cubicBezTo>
                    <a:pt x="14791" y="12913"/>
                    <a:pt x="12913" y="14791"/>
                    <a:pt x="10800" y="14791"/>
                  </a:cubicBezTo>
                  <a:close/>
                  <a:moveTo>
                    <a:pt x="10800" y="7748"/>
                  </a:moveTo>
                  <a:cubicBezTo>
                    <a:pt x="9157" y="7748"/>
                    <a:pt x="7748" y="9157"/>
                    <a:pt x="7748" y="10800"/>
                  </a:cubicBezTo>
                  <a:cubicBezTo>
                    <a:pt x="7748" y="12443"/>
                    <a:pt x="9157" y="13852"/>
                    <a:pt x="10800" y="13852"/>
                  </a:cubicBezTo>
                  <a:cubicBezTo>
                    <a:pt x="12443" y="13852"/>
                    <a:pt x="13852" y="12443"/>
                    <a:pt x="13852" y="10800"/>
                  </a:cubicBezTo>
                  <a:cubicBezTo>
                    <a:pt x="13852" y="9157"/>
                    <a:pt x="12443" y="7748"/>
                    <a:pt x="10800" y="7748"/>
                  </a:cubicBezTo>
                  <a:close/>
                </a:path>
              </a:pathLst>
            </a:custGeom>
            <a:solidFill>
              <a:srgbClr val="414042"/>
            </a:solidFill>
            <a:ln w="12700" cap="flat">
              <a:noFill/>
              <a:miter lim="400000"/>
            </a:ln>
            <a:effectLst/>
          </p:spPr>
          <p:txBody>
            <a:bodyPr wrap="square" lIns="45719" tIns="45719" rIns="45719" bIns="45719" numCol="1" anchor="t">
              <a:noAutofit/>
            </a:bodyPr>
            <a:lstStyle/>
            <a:p>
              <a:pPr/>
            </a:p>
          </p:txBody>
        </p:sp>
        <p:sp>
          <p:nvSpPr>
            <p:cNvPr id="286" name="Freeform 104"/>
            <p:cNvSpPr/>
            <p:nvPr/>
          </p:nvSpPr>
          <p:spPr>
            <a:xfrm>
              <a:off x="280722" y="318532"/>
              <a:ext cx="100370" cy="82033"/>
            </a:xfrm>
            <a:custGeom>
              <a:avLst/>
              <a:gdLst/>
              <a:ahLst/>
              <a:cxnLst>
                <a:cxn ang="0">
                  <a:pos x="wd2" y="hd2"/>
                </a:cxn>
                <a:cxn ang="5400000">
                  <a:pos x="wd2" y="hd2"/>
                </a:cxn>
                <a:cxn ang="10800000">
                  <a:pos x="wd2" y="hd2"/>
                </a:cxn>
                <a:cxn ang="16200000">
                  <a:pos x="wd2" y="hd2"/>
                </a:cxn>
              </a:cxnLst>
              <a:rect l="0" t="0" r="r" b="b"/>
              <a:pathLst>
                <a:path w="21300" h="20756" fill="norm" stroke="1" extrusionOk="0">
                  <a:moveTo>
                    <a:pt x="2400" y="20756"/>
                  </a:moveTo>
                  <a:cubicBezTo>
                    <a:pt x="1200" y="20756"/>
                    <a:pt x="1200" y="20756"/>
                    <a:pt x="0" y="19316"/>
                  </a:cubicBezTo>
                  <a:cubicBezTo>
                    <a:pt x="0" y="17876"/>
                    <a:pt x="1200" y="16436"/>
                    <a:pt x="2400" y="16436"/>
                  </a:cubicBezTo>
                  <a:cubicBezTo>
                    <a:pt x="8400" y="13556"/>
                    <a:pt x="13200" y="7796"/>
                    <a:pt x="16800" y="2036"/>
                  </a:cubicBezTo>
                  <a:cubicBezTo>
                    <a:pt x="16800" y="596"/>
                    <a:pt x="19200" y="-844"/>
                    <a:pt x="20400" y="596"/>
                  </a:cubicBezTo>
                  <a:cubicBezTo>
                    <a:pt x="21600" y="596"/>
                    <a:pt x="21600" y="3476"/>
                    <a:pt x="20400" y="4916"/>
                  </a:cubicBezTo>
                  <a:cubicBezTo>
                    <a:pt x="16800" y="12116"/>
                    <a:pt x="10800" y="19316"/>
                    <a:pt x="3600" y="20756"/>
                  </a:cubicBezTo>
                  <a:cubicBezTo>
                    <a:pt x="3600" y="20756"/>
                    <a:pt x="2400" y="20756"/>
                    <a:pt x="2400" y="20756"/>
                  </a:cubicBezTo>
                  <a:close/>
                </a:path>
              </a:pathLst>
            </a:custGeom>
            <a:solidFill>
              <a:srgbClr val="414042"/>
            </a:solidFill>
            <a:ln w="12700" cap="flat">
              <a:noFill/>
              <a:miter lim="400000"/>
            </a:ln>
            <a:effectLst/>
          </p:spPr>
          <p:txBody>
            <a:bodyPr wrap="square" lIns="45719" tIns="45719" rIns="45719" bIns="45719" numCol="1" anchor="t">
              <a:noAutofit/>
            </a:bodyPr>
            <a:lstStyle/>
            <a:p>
              <a:pPr/>
            </a:p>
          </p:txBody>
        </p:sp>
        <p:sp>
          <p:nvSpPr>
            <p:cNvPr id="287" name="Freeform 106"/>
            <p:cNvSpPr/>
            <p:nvPr/>
          </p:nvSpPr>
          <p:spPr>
            <a:xfrm>
              <a:off x="123205" y="119840"/>
              <a:ext cx="123041" cy="114917"/>
            </a:xfrm>
            <a:custGeom>
              <a:avLst/>
              <a:gdLst/>
              <a:ahLst/>
              <a:cxnLst>
                <a:cxn ang="0">
                  <a:pos x="wd2" y="hd2"/>
                </a:cxn>
                <a:cxn ang="5400000">
                  <a:pos x="wd2" y="hd2"/>
                </a:cxn>
                <a:cxn ang="10800000">
                  <a:pos x="wd2" y="hd2"/>
                </a:cxn>
                <a:cxn ang="16200000">
                  <a:pos x="wd2" y="hd2"/>
                </a:cxn>
              </a:cxnLst>
              <a:rect l="0" t="0" r="r" b="b"/>
              <a:pathLst>
                <a:path w="21025" h="21600" fill="norm" stroke="1" extrusionOk="0">
                  <a:moveTo>
                    <a:pt x="2370" y="21600"/>
                  </a:moveTo>
                  <a:cubicBezTo>
                    <a:pt x="1389" y="21600"/>
                    <a:pt x="1389" y="21600"/>
                    <a:pt x="1389" y="21600"/>
                  </a:cubicBezTo>
                  <a:cubicBezTo>
                    <a:pt x="407" y="21600"/>
                    <a:pt x="-575" y="19440"/>
                    <a:pt x="407" y="18360"/>
                  </a:cubicBezTo>
                  <a:cubicBezTo>
                    <a:pt x="3352" y="9720"/>
                    <a:pt x="10225" y="3240"/>
                    <a:pt x="18080" y="0"/>
                  </a:cubicBezTo>
                  <a:cubicBezTo>
                    <a:pt x="20043" y="0"/>
                    <a:pt x="21025" y="1080"/>
                    <a:pt x="21025" y="2160"/>
                  </a:cubicBezTo>
                  <a:cubicBezTo>
                    <a:pt x="21025" y="3240"/>
                    <a:pt x="20043" y="4320"/>
                    <a:pt x="19061" y="4320"/>
                  </a:cubicBezTo>
                  <a:cubicBezTo>
                    <a:pt x="12189" y="6480"/>
                    <a:pt x="6298" y="12960"/>
                    <a:pt x="3352" y="20520"/>
                  </a:cubicBezTo>
                  <a:cubicBezTo>
                    <a:pt x="3352" y="21600"/>
                    <a:pt x="2370" y="21600"/>
                    <a:pt x="2370" y="21600"/>
                  </a:cubicBezTo>
                  <a:close/>
                </a:path>
              </a:pathLst>
            </a:custGeom>
            <a:solidFill>
              <a:srgbClr val="414042"/>
            </a:solidFill>
            <a:ln w="12700" cap="flat">
              <a:noFill/>
              <a:miter lim="400000"/>
            </a:ln>
            <a:effectLst/>
          </p:spPr>
          <p:txBody>
            <a:bodyPr wrap="square" lIns="45719" tIns="45719" rIns="45719" bIns="45719" numCol="1" anchor="t">
              <a:noAutofit/>
            </a:bodyPr>
            <a:lstStyle/>
            <a:p>
              <a:pPr/>
            </a:p>
          </p:txBody>
        </p:sp>
      </p:grpSp>
      <p:grpSp>
        <p:nvGrpSpPr>
          <p:cNvPr id="293" name="组合 106"/>
          <p:cNvGrpSpPr/>
          <p:nvPr/>
        </p:nvGrpSpPr>
        <p:grpSpPr>
          <a:xfrm>
            <a:off x="5047484" y="2002591"/>
            <a:ext cx="525333" cy="525333"/>
            <a:chOff x="0" y="0"/>
            <a:chExt cx="525331" cy="525331"/>
          </a:xfrm>
        </p:grpSpPr>
        <p:sp>
          <p:nvSpPr>
            <p:cNvPr id="289" name="Freeform 100"/>
            <p:cNvSpPr/>
            <p:nvPr/>
          </p:nvSpPr>
          <p:spPr>
            <a:xfrm>
              <a:off x="11490" y="11491"/>
              <a:ext cx="502349" cy="502350"/>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20373" y="9082"/>
                  </a:moveTo>
                  <a:cubicBezTo>
                    <a:pt x="18655" y="9082"/>
                    <a:pt x="18655" y="9082"/>
                    <a:pt x="18655" y="9082"/>
                  </a:cubicBezTo>
                  <a:cubicBezTo>
                    <a:pt x="18409" y="8100"/>
                    <a:pt x="18164" y="7364"/>
                    <a:pt x="17673" y="6382"/>
                  </a:cubicBezTo>
                  <a:cubicBezTo>
                    <a:pt x="18900" y="5155"/>
                    <a:pt x="18900" y="5155"/>
                    <a:pt x="18900" y="5155"/>
                  </a:cubicBezTo>
                  <a:cubicBezTo>
                    <a:pt x="19391" y="4664"/>
                    <a:pt x="19391" y="4173"/>
                    <a:pt x="18900" y="3682"/>
                  </a:cubicBezTo>
                  <a:cubicBezTo>
                    <a:pt x="17918" y="2700"/>
                    <a:pt x="17918" y="2700"/>
                    <a:pt x="17918" y="2700"/>
                  </a:cubicBezTo>
                  <a:cubicBezTo>
                    <a:pt x="17427" y="2209"/>
                    <a:pt x="16691" y="2209"/>
                    <a:pt x="16445" y="2700"/>
                  </a:cubicBezTo>
                  <a:cubicBezTo>
                    <a:pt x="14973" y="3927"/>
                    <a:pt x="14973" y="3927"/>
                    <a:pt x="14973" y="3927"/>
                  </a:cubicBezTo>
                  <a:cubicBezTo>
                    <a:pt x="14236" y="3436"/>
                    <a:pt x="13500" y="3191"/>
                    <a:pt x="12518" y="2945"/>
                  </a:cubicBezTo>
                  <a:cubicBezTo>
                    <a:pt x="12518" y="1227"/>
                    <a:pt x="12518" y="1227"/>
                    <a:pt x="12518" y="1227"/>
                  </a:cubicBezTo>
                  <a:cubicBezTo>
                    <a:pt x="12518" y="491"/>
                    <a:pt x="12027" y="0"/>
                    <a:pt x="11291" y="0"/>
                  </a:cubicBezTo>
                  <a:cubicBezTo>
                    <a:pt x="10064" y="0"/>
                    <a:pt x="10064" y="0"/>
                    <a:pt x="10064" y="0"/>
                  </a:cubicBezTo>
                  <a:cubicBezTo>
                    <a:pt x="9573" y="0"/>
                    <a:pt x="8836" y="491"/>
                    <a:pt x="8836" y="1227"/>
                  </a:cubicBezTo>
                  <a:cubicBezTo>
                    <a:pt x="8836" y="2945"/>
                    <a:pt x="8836" y="2945"/>
                    <a:pt x="8836" y="2945"/>
                  </a:cubicBezTo>
                  <a:cubicBezTo>
                    <a:pt x="8100" y="3191"/>
                    <a:pt x="7118" y="3436"/>
                    <a:pt x="6382" y="3927"/>
                  </a:cubicBezTo>
                  <a:cubicBezTo>
                    <a:pt x="5155" y="2700"/>
                    <a:pt x="5155" y="2700"/>
                    <a:pt x="5155" y="2700"/>
                  </a:cubicBezTo>
                  <a:cubicBezTo>
                    <a:pt x="4664" y="2209"/>
                    <a:pt x="3927" y="2209"/>
                    <a:pt x="3682" y="2700"/>
                  </a:cubicBezTo>
                  <a:cubicBezTo>
                    <a:pt x="2700" y="3682"/>
                    <a:pt x="2700" y="3682"/>
                    <a:pt x="2700" y="3682"/>
                  </a:cubicBezTo>
                  <a:cubicBezTo>
                    <a:pt x="2209" y="3927"/>
                    <a:pt x="2209" y="4664"/>
                    <a:pt x="2700" y="5155"/>
                  </a:cubicBezTo>
                  <a:cubicBezTo>
                    <a:pt x="3927" y="6382"/>
                    <a:pt x="3927" y="6382"/>
                    <a:pt x="3927" y="6382"/>
                  </a:cubicBezTo>
                  <a:cubicBezTo>
                    <a:pt x="3436" y="7118"/>
                    <a:pt x="2945" y="8100"/>
                    <a:pt x="2700" y="9082"/>
                  </a:cubicBezTo>
                  <a:cubicBezTo>
                    <a:pt x="982" y="9082"/>
                    <a:pt x="982" y="9082"/>
                    <a:pt x="982" y="9082"/>
                  </a:cubicBezTo>
                  <a:cubicBezTo>
                    <a:pt x="491" y="9082"/>
                    <a:pt x="0" y="9573"/>
                    <a:pt x="0" y="10064"/>
                  </a:cubicBezTo>
                  <a:cubicBezTo>
                    <a:pt x="0" y="11536"/>
                    <a:pt x="0" y="11536"/>
                    <a:pt x="0" y="11536"/>
                  </a:cubicBezTo>
                  <a:cubicBezTo>
                    <a:pt x="0" y="12027"/>
                    <a:pt x="491" y="12518"/>
                    <a:pt x="982" y="12518"/>
                  </a:cubicBezTo>
                  <a:cubicBezTo>
                    <a:pt x="2700" y="12518"/>
                    <a:pt x="2700" y="12518"/>
                    <a:pt x="2700" y="12518"/>
                  </a:cubicBezTo>
                  <a:cubicBezTo>
                    <a:pt x="2945" y="13500"/>
                    <a:pt x="3436" y="14236"/>
                    <a:pt x="3927" y="15218"/>
                  </a:cubicBezTo>
                  <a:cubicBezTo>
                    <a:pt x="2700" y="16445"/>
                    <a:pt x="2700" y="16445"/>
                    <a:pt x="2700" y="16445"/>
                  </a:cubicBezTo>
                  <a:cubicBezTo>
                    <a:pt x="2209" y="16691"/>
                    <a:pt x="2209" y="17427"/>
                    <a:pt x="2700" y="17918"/>
                  </a:cubicBezTo>
                  <a:cubicBezTo>
                    <a:pt x="3436" y="18900"/>
                    <a:pt x="3436" y="18900"/>
                    <a:pt x="3436" y="18900"/>
                  </a:cubicBezTo>
                  <a:cubicBezTo>
                    <a:pt x="3927" y="19391"/>
                    <a:pt x="4664" y="19391"/>
                    <a:pt x="5155" y="18900"/>
                  </a:cubicBezTo>
                  <a:cubicBezTo>
                    <a:pt x="6382" y="17673"/>
                    <a:pt x="6382" y="17673"/>
                    <a:pt x="6382" y="17673"/>
                  </a:cubicBezTo>
                  <a:cubicBezTo>
                    <a:pt x="7118" y="18164"/>
                    <a:pt x="8100" y="18655"/>
                    <a:pt x="8836" y="18655"/>
                  </a:cubicBezTo>
                  <a:cubicBezTo>
                    <a:pt x="8836" y="20618"/>
                    <a:pt x="8836" y="20618"/>
                    <a:pt x="8836" y="20618"/>
                  </a:cubicBezTo>
                  <a:cubicBezTo>
                    <a:pt x="8836" y="21109"/>
                    <a:pt x="9327" y="21600"/>
                    <a:pt x="10064" y="21600"/>
                  </a:cubicBezTo>
                  <a:cubicBezTo>
                    <a:pt x="11291" y="21600"/>
                    <a:pt x="11291" y="21600"/>
                    <a:pt x="11291" y="21600"/>
                  </a:cubicBezTo>
                  <a:cubicBezTo>
                    <a:pt x="12027" y="21600"/>
                    <a:pt x="12518" y="21109"/>
                    <a:pt x="12518" y="20618"/>
                  </a:cubicBezTo>
                  <a:cubicBezTo>
                    <a:pt x="12518" y="18655"/>
                    <a:pt x="12518" y="18655"/>
                    <a:pt x="12518" y="18655"/>
                  </a:cubicBezTo>
                  <a:cubicBezTo>
                    <a:pt x="13500" y="18655"/>
                    <a:pt x="14236" y="18164"/>
                    <a:pt x="14973" y="17673"/>
                  </a:cubicBezTo>
                  <a:cubicBezTo>
                    <a:pt x="16200" y="18900"/>
                    <a:pt x="16200" y="18900"/>
                    <a:pt x="16200" y="18900"/>
                  </a:cubicBezTo>
                  <a:cubicBezTo>
                    <a:pt x="16691" y="19391"/>
                    <a:pt x="17427" y="19391"/>
                    <a:pt x="17918" y="18900"/>
                  </a:cubicBezTo>
                  <a:cubicBezTo>
                    <a:pt x="18900" y="17918"/>
                    <a:pt x="18900" y="17918"/>
                    <a:pt x="18900" y="17918"/>
                  </a:cubicBezTo>
                  <a:cubicBezTo>
                    <a:pt x="19391" y="17673"/>
                    <a:pt x="19391" y="16936"/>
                    <a:pt x="18900" y="16445"/>
                  </a:cubicBezTo>
                  <a:cubicBezTo>
                    <a:pt x="17673" y="15218"/>
                    <a:pt x="17673" y="15218"/>
                    <a:pt x="17673" y="15218"/>
                  </a:cubicBezTo>
                  <a:cubicBezTo>
                    <a:pt x="18164" y="14482"/>
                    <a:pt x="18409" y="13500"/>
                    <a:pt x="18655" y="12518"/>
                  </a:cubicBezTo>
                  <a:cubicBezTo>
                    <a:pt x="20373" y="12518"/>
                    <a:pt x="20373" y="12518"/>
                    <a:pt x="20373" y="12518"/>
                  </a:cubicBezTo>
                  <a:cubicBezTo>
                    <a:pt x="21109" y="12518"/>
                    <a:pt x="21600" y="12027"/>
                    <a:pt x="21600" y="11536"/>
                  </a:cubicBezTo>
                  <a:cubicBezTo>
                    <a:pt x="21600" y="10064"/>
                    <a:pt x="21600" y="10064"/>
                    <a:pt x="21600" y="10064"/>
                  </a:cubicBezTo>
                  <a:cubicBezTo>
                    <a:pt x="21600" y="9573"/>
                    <a:pt x="21109" y="9082"/>
                    <a:pt x="20373" y="9082"/>
                  </a:cubicBezTo>
                  <a:close/>
                  <a:moveTo>
                    <a:pt x="10800" y="14482"/>
                  </a:moveTo>
                  <a:cubicBezTo>
                    <a:pt x="8836" y="14482"/>
                    <a:pt x="7118" y="12764"/>
                    <a:pt x="7118" y="10800"/>
                  </a:cubicBezTo>
                  <a:cubicBezTo>
                    <a:pt x="7118" y="8836"/>
                    <a:pt x="8836" y="7118"/>
                    <a:pt x="10800" y="7118"/>
                  </a:cubicBezTo>
                  <a:cubicBezTo>
                    <a:pt x="12764" y="7118"/>
                    <a:pt x="14482" y="8836"/>
                    <a:pt x="14482" y="10800"/>
                  </a:cubicBezTo>
                  <a:cubicBezTo>
                    <a:pt x="14482" y="12764"/>
                    <a:pt x="12764" y="14482"/>
                    <a:pt x="10800" y="14482"/>
                  </a:cubicBezTo>
                  <a:close/>
                </a:path>
              </a:pathLst>
            </a:custGeom>
            <a:solidFill>
              <a:srgbClr val="005790"/>
            </a:solidFill>
            <a:ln w="12700" cap="flat">
              <a:noFill/>
              <a:miter lim="400000"/>
            </a:ln>
            <a:effectLst/>
          </p:spPr>
          <p:txBody>
            <a:bodyPr wrap="square" lIns="45719" tIns="45719" rIns="45719" bIns="45719" numCol="1" anchor="t">
              <a:noAutofit/>
            </a:bodyPr>
            <a:lstStyle/>
            <a:p>
              <a:pPr/>
            </a:p>
          </p:txBody>
        </p:sp>
        <p:sp>
          <p:nvSpPr>
            <p:cNvPr id="290" name="Freeform 102"/>
            <p:cNvSpPr/>
            <p:nvPr/>
          </p:nvSpPr>
          <p:spPr>
            <a:xfrm>
              <a:off x="0" y="0"/>
              <a:ext cx="525333" cy="525333"/>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1270" y="21600"/>
                  </a:moveTo>
                  <a:cubicBezTo>
                    <a:pt x="10096" y="21600"/>
                    <a:pt x="10096" y="21600"/>
                    <a:pt x="10096" y="21600"/>
                  </a:cubicBezTo>
                  <a:cubicBezTo>
                    <a:pt x="9157" y="21600"/>
                    <a:pt x="8452" y="20896"/>
                    <a:pt x="8452" y="20191"/>
                  </a:cubicBezTo>
                  <a:cubicBezTo>
                    <a:pt x="8452" y="18783"/>
                    <a:pt x="8452" y="18783"/>
                    <a:pt x="8452" y="18783"/>
                  </a:cubicBezTo>
                  <a:cubicBezTo>
                    <a:pt x="7983" y="18548"/>
                    <a:pt x="7278" y="18313"/>
                    <a:pt x="6574" y="18078"/>
                  </a:cubicBezTo>
                  <a:cubicBezTo>
                    <a:pt x="5635" y="19017"/>
                    <a:pt x="5635" y="19017"/>
                    <a:pt x="5635" y="19017"/>
                  </a:cubicBezTo>
                  <a:cubicBezTo>
                    <a:pt x="5165" y="19487"/>
                    <a:pt x="3991" y="19487"/>
                    <a:pt x="3522" y="18783"/>
                  </a:cubicBezTo>
                  <a:cubicBezTo>
                    <a:pt x="2583" y="18078"/>
                    <a:pt x="2583" y="18078"/>
                    <a:pt x="2583" y="18078"/>
                  </a:cubicBezTo>
                  <a:cubicBezTo>
                    <a:pt x="2348" y="17609"/>
                    <a:pt x="2113" y="17374"/>
                    <a:pt x="2113" y="16904"/>
                  </a:cubicBezTo>
                  <a:cubicBezTo>
                    <a:pt x="2113" y="16435"/>
                    <a:pt x="2348" y="16200"/>
                    <a:pt x="2583" y="15730"/>
                  </a:cubicBezTo>
                  <a:cubicBezTo>
                    <a:pt x="3522" y="14791"/>
                    <a:pt x="3522" y="14791"/>
                    <a:pt x="3522" y="14791"/>
                  </a:cubicBezTo>
                  <a:cubicBezTo>
                    <a:pt x="3287" y="14322"/>
                    <a:pt x="3052" y="13617"/>
                    <a:pt x="2817" y="12913"/>
                  </a:cubicBezTo>
                  <a:cubicBezTo>
                    <a:pt x="1409" y="12913"/>
                    <a:pt x="1409" y="12913"/>
                    <a:pt x="1409" y="12913"/>
                  </a:cubicBezTo>
                  <a:cubicBezTo>
                    <a:pt x="939" y="12913"/>
                    <a:pt x="704" y="12913"/>
                    <a:pt x="470" y="12443"/>
                  </a:cubicBezTo>
                  <a:cubicBezTo>
                    <a:pt x="0" y="12209"/>
                    <a:pt x="0" y="11739"/>
                    <a:pt x="0" y="11504"/>
                  </a:cubicBezTo>
                  <a:cubicBezTo>
                    <a:pt x="0" y="10096"/>
                    <a:pt x="0" y="10096"/>
                    <a:pt x="0" y="10096"/>
                  </a:cubicBezTo>
                  <a:cubicBezTo>
                    <a:pt x="0" y="9391"/>
                    <a:pt x="704" y="8687"/>
                    <a:pt x="1409" y="8687"/>
                  </a:cubicBezTo>
                  <a:cubicBezTo>
                    <a:pt x="2817" y="8687"/>
                    <a:pt x="2817" y="8687"/>
                    <a:pt x="2817" y="8687"/>
                  </a:cubicBezTo>
                  <a:cubicBezTo>
                    <a:pt x="3052" y="7983"/>
                    <a:pt x="3287" y="7278"/>
                    <a:pt x="3522" y="6809"/>
                  </a:cubicBezTo>
                  <a:cubicBezTo>
                    <a:pt x="2583" y="5870"/>
                    <a:pt x="2583" y="5870"/>
                    <a:pt x="2583" y="5870"/>
                  </a:cubicBezTo>
                  <a:cubicBezTo>
                    <a:pt x="2113" y="5165"/>
                    <a:pt x="2113" y="4226"/>
                    <a:pt x="2583" y="3522"/>
                  </a:cubicBezTo>
                  <a:cubicBezTo>
                    <a:pt x="3522" y="2583"/>
                    <a:pt x="3522" y="2583"/>
                    <a:pt x="3522" y="2583"/>
                  </a:cubicBezTo>
                  <a:cubicBezTo>
                    <a:pt x="4226" y="2113"/>
                    <a:pt x="5165" y="2113"/>
                    <a:pt x="5870" y="2583"/>
                  </a:cubicBezTo>
                  <a:cubicBezTo>
                    <a:pt x="6809" y="3522"/>
                    <a:pt x="6809" y="3522"/>
                    <a:pt x="6809" y="3522"/>
                  </a:cubicBezTo>
                  <a:cubicBezTo>
                    <a:pt x="7278" y="3287"/>
                    <a:pt x="7983" y="3052"/>
                    <a:pt x="8452" y="2817"/>
                  </a:cubicBezTo>
                  <a:cubicBezTo>
                    <a:pt x="8452" y="1643"/>
                    <a:pt x="8452" y="1643"/>
                    <a:pt x="8452" y="1643"/>
                  </a:cubicBezTo>
                  <a:cubicBezTo>
                    <a:pt x="8452" y="704"/>
                    <a:pt x="9157" y="0"/>
                    <a:pt x="10096" y="0"/>
                  </a:cubicBezTo>
                  <a:cubicBezTo>
                    <a:pt x="11270" y="0"/>
                    <a:pt x="11270" y="0"/>
                    <a:pt x="11270" y="0"/>
                  </a:cubicBezTo>
                  <a:cubicBezTo>
                    <a:pt x="12209" y="0"/>
                    <a:pt x="12913" y="704"/>
                    <a:pt x="12913" y="1643"/>
                  </a:cubicBezTo>
                  <a:cubicBezTo>
                    <a:pt x="12913" y="2817"/>
                    <a:pt x="12913" y="2817"/>
                    <a:pt x="12913" y="2817"/>
                  </a:cubicBezTo>
                  <a:cubicBezTo>
                    <a:pt x="13617" y="3052"/>
                    <a:pt x="14322" y="3287"/>
                    <a:pt x="14791" y="3522"/>
                  </a:cubicBezTo>
                  <a:cubicBezTo>
                    <a:pt x="15730" y="2583"/>
                    <a:pt x="15730" y="2583"/>
                    <a:pt x="15730" y="2583"/>
                  </a:cubicBezTo>
                  <a:cubicBezTo>
                    <a:pt x="16435" y="2113"/>
                    <a:pt x="17374" y="2113"/>
                    <a:pt x="18078" y="2583"/>
                  </a:cubicBezTo>
                  <a:cubicBezTo>
                    <a:pt x="18783" y="3522"/>
                    <a:pt x="18783" y="3522"/>
                    <a:pt x="18783" y="3522"/>
                  </a:cubicBezTo>
                  <a:cubicBezTo>
                    <a:pt x="19252" y="3991"/>
                    <a:pt x="19252" y="4226"/>
                    <a:pt x="19252" y="4696"/>
                  </a:cubicBezTo>
                  <a:cubicBezTo>
                    <a:pt x="19252" y="5165"/>
                    <a:pt x="19252" y="5400"/>
                    <a:pt x="18783" y="5870"/>
                  </a:cubicBezTo>
                  <a:cubicBezTo>
                    <a:pt x="17843" y="6809"/>
                    <a:pt x="17843" y="6809"/>
                    <a:pt x="17843" y="6809"/>
                  </a:cubicBezTo>
                  <a:cubicBezTo>
                    <a:pt x="18313" y="7278"/>
                    <a:pt x="18548" y="7983"/>
                    <a:pt x="18783" y="8687"/>
                  </a:cubicBezTo>
                  <a:cubicBezTo>
                    <a:pt x="19957" y="8687"/>
                    <a:pt x="19957" y="8687"/>
                    <a:pt x="19957" y="8687"/>
                  </a:cubicBezTo>
                  <a:cubicBezTo>
                    <a:pt x="20896" y="8687"/>
                    <a:pt x="21600" y="9391"/>
                    <a:pt x="21600" y="10096"/>
                  </a:cubicBezTo>
                  <a:cubicBezTo>
                    <a:pt x="21600" y="11504"/>
                    <a:pt x="21600" y="11504"/>
                    <a:pt x="21600" y="11504"/>
                  </a:cubicBezTo>
                  <a:cubicBezTo>
                    <a:pt x="21600" y="12209"/>
                    <a:pt x="20896" y="12913"/>
                    <a:pt x="19957" y="12913"/>
                  </a:cubicBezTo>
                  <a:cubicBezTo>
                    <a:pt x="19957" y="12913"/>
                    <a:pt x="19957" y="12913"/>
                    <a:pt x="19957" y="12913"/>
                  </a:cubicBezTo>
                  <a:cubicBezTo>
                    <a:pt x="18783" y="12913"/>
                    <a:pt x="18783" y="12913"/>
                    <a:pt x="18783" y="12913"/>
                  </a:cubicBezTo>
                  <a:cubicBezTo>
                    <a:pt x="18548" y="13617"/>
                    <a:pt x="18313" y="14322"/>
                    <a:pt x="17843" y="14791"/>
                  </a:cubicBezTo>
                  <a:cubicBezTo>
                    <a:pt x="18783" y="15730"/>
                    <a:pt x="18783" y="15730"/>
                    <a:pt x="18783" y="15730"/>
                  </a:cubicBezTo>
                  <a:cubicBezTo>
                    <a:pt x="19252" y="16200"/>
                    <a:pt x="19252" y="16435"/>
                    <a:pt x="19252" y="16904"/>
                  </a:cubicBezTo>
                  <a:cubicBezTo>
                    <a:pt x="19252" y="17374"/>
                    <a:pt x="19252" y="17843"/>
                    <a:pt x="18783" y="18078"/>
                  </a:cubicBezTo>
                  <a:cubicBezTo>
                    <a:pt x="17843" y="19017"/>
                    <a:pt x="17843" y="19017"/>
                    <a:pt x="17843" y="19017"/>
                  </a:cubicBezTo>
                  <a:cubicBezTo>
                    <a:pt x="17374" y="19487"/>
                    <a:pt x="16435" y="19487"/>
                    <a:pt x="15730" y="19017"/>
                  </a:cubicBezTo>
                  <a:cubicBezTo>
                    <a:pt x="14791" y="18078"/>
                    <a:pt x="14791" y="18078"/>
                    <a:pt x="14791" y="18078"/>
                  </a:cubicBezTo>
                  <a:cubicBezTo>
                    <a:pt x="14322" y="18313"/>
                    <a:pt x="13617" y="18548"/>
                    <a:pt x="12913" y="18783"/>
                  </a:cubicBezTo>
                  <a:cubicBezTo>
                    <a:pt x="12913" y="20191"/>
                    <a:pt x="12913" y="20191"/>
                    <a:pt x="12913" y="20191"/>
                  </a:cubicBezTo>
                  <a:cubicBezTo>
                    <a:pt x="12913" y="20896"/>
                    <a:pt x="12209" y="21600"/>
                    <a:pt x="11270" y="21600"/>
                  </a:cubicBezTo>
                  <a:close/>
                  <a:moveTo>
                    <a:pt x="6574" y="16670"/>
                  </a:moveTo>
                  <a:cubicBezTo>
                    <a:pt x="6809" y="16904"/>
                    <a:pt x="6809" y="16904"/>
                    <a:pt x="6809" y="16904"/>
                  </a:cubicBezTo>
                  <a:cubicBezTo>
                    <a:pt x="7513" y="17374"/>
                    <a:pt x="8217" y="17843"/>
                    <a:pt x="9157" y="17843"/>
                  </a:cubicBezTo>
                  <a:cubicBezTo>
                    <a:pt x="9391" y="18078"/>
                    <a:pt x="9391" y="18078"/>
                    <a:pt x="9391" y="18078"/>
                  </a:cubicBezTo>
                  <a:cubicBezTo>
                    <a:pt x="9391" y="20191"/>
                    <a:pt x="9391" y="20191"/>
                    <a:pt x="9391" y="20191"/>
                  </a:cubicBezTo>
                  <a:cubicBezTo>
                    <a:pt x="9391" y="20426"/>
                    <a:pt x="9861" y="20661"/>
                    <a:pt x="10096" y="20661"/>
                  </a:cubicBezTo>
                  <a:cubicBezTo>
                    <a:pt x="11270" y="20661"/>
                    <a:pt x="11270" y="20661"/>
                    <a:pt x="11270" y="20661"/>
                  </a:cubicBezTo>
                  <a:cubicBezTo>
                    <a:pt x="11270" y="21130"/>
                    <a:pt x="11270" y="21130"/>
                    <a:pt x="11270" y="21130"/>
                  </a:cubicBezTo>
                  <a:cubicBezTo>
                    <a:pt x="11270" y="20661"/>
                    <a:pt x="11270" y="20661"/>
                    <a:pt x="11270" y="20661"/>
                  </a:cubicBezTo>
                  <a:cubicBezTo>
                    <a:pt x="11739" y="20661"/>
                    <a:pt x="11974" y="20426"/>
                    <a:pt x="11974" y="20191"/>
                  </a:cubicBezTo>
                  <a:cubicBezTo>
                    <a:pt x="11974" y="18078"/>
                    <a:pt x="11974" y="18078"/>
                    <a:pt x="11974" y="18078"/>
                  </a:cubicBezTo>
                  <a:cubicBezTo>
                    <a:pt x="12443" y="17843"/>
                    <a:pt x="12443" y="17843"/>
                    <a:pt x="12443" y="17843"/>
                  </a:cubicBezTo>
                  <a:cubicBezTo>
                    <a:pt x="13148" y="17843"/>
                    <a:pt x="13852" y="17374"/>
                    <a:pt x="14557" y="16904"/>
                  </a:cubicBezTo>
                  <a:cubicBezTo>
                    <a:pt x="15026" y="16904"/>
                    <a:pt x="15026" y="16904"/>
                    <a:pt x="15026" y="16904"/>
                  </a:cubicBezTo>
                  <a:cubicBezTo>
                    <a:pt x="16435" y="18313"/>
                    <a:pt x="16435" y="18313"/>
                    <a:pt x="16435" y="18313"/>
                  </a:cubicBezTo>
                  <a:cubicBezTo>
                    <a:pt x="16670" y="18548"/>
                    <a:pt x="17139" y="18548"/>
                    <a:pt x="17374" y="18313"/>
                  </a:cubicBezTo>
                  <a:cubicBezTo>
                    <a:pt x="18078" y="17374"/>
                    <a:pt x="18078" y="17374"/>
                    <a:pt x="18078" y="17374"/>
                  </a:cubicBezTo>
                  <a:cubicBezTo>
                    <a:pt x="18313" y="17374"/>
                    <a:pt x="18313" y="17139"/>
                    <a:pt x="18313" y="16904"/>
                  </a:cubicBezTo>
                  <a:cubicBezTo>
                    <a:pt x="18313" y="16670"/>
                    <a:pt x="18313" y="16670"/>
                    <a:pt x="18078" y="16435"/>
                  </a:cubicBezTo>
                  <a:cubicBezTo>
                    <a:pt x="16670" y="15026"/>
                    <a:pt x="16670" y="15026"/>
                    <a:pt x="16670" y="15026"/>
                  </a:cubicBezTo>
                  <a:cubicBezTo>
                    <a:pt x="16904" y="14791"/>
                    <a:pt x="16904" y="14791"/>
                    <a:pt x="16904" y="14791"/>
                  </a:cubicBezTo>
                  <a:cubicBezTo>
                    <a:pt x="17374" y="14087"/>
                    <a:pt x="17609" y="13148"/>
                    <a:pt x="17843" y="12443"/>
                  </a:cubicBezTo>
                  <a:cubicBezTo>
                    <a:pt x="18078" y="11974"/>
                    <a:pt x="18078" y="11974"/>
                    <a:pt x="18078" y="11974"/>
                  </a:cubicBezTo>
                  <a:cubicBezTo>
                    <a:pt x="19957" y="11974"/>
                    <a:pt x="19957" y="11974"/>
                    <a:pt x="19957" y="11974"/>
                  </a:cubicBezTo>
                  <a:cubicBezTo>
                    <a:pt x="20426" y="11974"/>
                    <a:pt x="20661" y="11739"/>
                    <a:pt x="20661" y="11504"/>
                  </a:cubicBezTo>
                  <a:cubicBezTo>
                    <a:pt x="20661" y="10096"/>
                    <a:pt x="20661" y="10096"/>
                    <a:pt x="20661" y="10096"/>
                  </a:cubicBezTo>
                  <a:cubicBezTo>
                    <a:pt x="20661" y="9861"/>
                    <a:pt x="20426" y="9626"/>
                    <a:pt x="19957" y="9626"/>
                  </a:cubicBezTo>
                  <a:cubicBezTo>
                    <a:pt x="18078" y="9626"/>
                    <a:pt x="18078" y="9626"/>
                    <a:pt x="18078" y="9626"/>
                  </a:cubicBezTo>
                  <a:cubicBezTo>
                    <a:pt x="17843" y="9157"/>
                    <a:pt x="17843" y="9157"/>
                    <a:pt x="17843" y="9157"/>
                  </a:cubicBezTo>
                  <a:cubicBezTo>
                    <a:pt x="17609" y="8452"/>
                    <a:pt x="17374" y="7513"/>
                    <a:pt x="16904" y="6809"/>
                  </a:cubicBezTo>
                  <a:cubicBezTo>
                    <a:pt x="16670" y="6574"/>
                    <a:pt x="16670" y="6574"/>
                    <a:pt x="16670" y="6574"/>
                  </a:cubicBezTo>
                  <a:cubicBezTo>
                    <a:pt x="18313" y="5165"/>
                    <a:pt x="18313" y="5165"/>
                    <a:pt x="18313" y="5165"/>
                  </a:cubicBezTo>
                  <a:cubicBezTo>
                    <a:pt x="18313" y="4930"/>
                    <a:pt x="18313" y="4930"/>
                    <a:pt x="18313" y="4696"/>
                  </a:cubicBezTo>
                  <a:cubicBezTo>
                    <a:pt x="18313" y="4461"/>
                    <a:pt x="18313" y="4461"/>
                    <a:pt x="18313" y="4226"/>
                  </a:cubicBezTo>
                  <a:cubicBezTo>
                    <a:pt x="17374" y="3287"/>
                    <a:pt x="17374" y="3287"/>
                    <a:pt x="17374" y="3287"/>
                  </a:cubicBezTo>
                  <a:cubicBezTo>
                    <a:pt x="17139" y="3052"/>
                    <a:pt x="16670" y="3052"/>
                    <a:pt x="16435" y="3287"/>
                  </a:cubicBezTo>
                  <a:cubicBezTo>
                    <a:pt x="15026" y="4930"/>
                    <a:pt x="15026" y="4930"/>
                    <a:pt x="15026" y="4930"/>
                  </a:cubicBezTo>
                  <a:cubicBezTo>
                    <a:pt x="14557" y="4696"/>
                    <a:pt x="14557" y="4696"/>
                    <a:pt x="14557" y="4696"/>
                  </a:cubicBezTo>
                  <a:cubicBezTo>
                    <a:pt x="13852" y="4226"/>
                    <a:pt x="13148" y="3757"/>
                    <a:pt x="12443" y="3757"/>
                  </a:cubicBezTo>
                  <a:cubicBezTo>
                    <a:pt x="11974" y="3522"/>
                    <a:pt x="11974" y="3522"/>
                    <a:pt x="11974" y="3522"/>
                  </a:cubicBezTo>
                  <a:cubicBezTo>
                    <a:pt x="11974" y="1643"/>
                    <a:pt x="11974" y="1643"/>
                    <a:pt x="11974" y="1643"/>
                  </a:cubicBezTo>
                  <a:cubicBezTo>
                    <a:pt x="11974" y="1174"/>
                    <a:pt x="11739" y="939"/>
                    <a:pt x="11270" y="939"/>
                  </a:cubicBezTo>
                  <a:cubicBezTo>
                    <a:pt x="10096" y="939"/>
                    <a:pt x="10096" y="939"/>
                    <a:pt x="10096" y="939"/>
                  </a:cubicBezTo>
                  <a:cubicBezTo>
                    <a:pt x="9861" y="939"/>
                    <a:pt x="9391" y="1174"/>
                    <a:pt x="9391" y="1643"/>
                  </a:cubicBezTo>
                  <a:cubicBezTo>
                    <a:pt x="9391" y="3522"/>
                    <a:pt x="9391" y="3522"/>
                    <a:pt x="9391" y="3522"/>
                  </a:cubicBezTo>
                  <a:cubicBezTo>
                    <a:pt x="9157" y="3757"/>
                    <a:pt x="9157" y="3757"/>
                    <a:pt x="9157" y="3757"/>
                  </a:cubicBezTo>
                  <a:cubicBezTo>
                    <a:pt x="8452" y="3757"/>
                    <a:pt x="7513" y="4226"/>
                    <a:pt x="6809" y="4696"/>
                  </a:cubicBezTo>
                  <a:cubicBezTo>
                    <a:pt x="6574" y="4696"/>
                    <a:pt x="6574" y="4696"/>
                    <a:pt x="6574" y="4696"/>
                  </a:cubicBezTo>
                  <a:cubicBezTo>
                    <a:pt x="5165" y="3287"/>
                    <a:pt x="5165" y="3287"/>
                    <a:pt x="5165" y="3287"/>
                  </a:cubicBezTo>
                  <a:cubicBezTo>
                    <a:pt x="4930" y="3052"/>
                    <a:pt x="4461" y="3052"/>
                    <a:pt x="4226" y="3287"/>
                  </a:cubicBezTo>
                  <a:cubicBezTo>
                    <a:pt x="3287" y="4226"/>
                    <a:pt x="3287" y="4226"/>
                    <a:pt x="3287" y="4226"/>
                  </a:cubicBezTo>
                  <a:cubicBezTo>
                    <a:pt x="3052" y="4461"/>
                    <a:pt x="3052" y="4930"/>
                    <a:pt x="3287" y="5165"/>
                  </a:cubicBezTo>
                  <a:cubicBezTo>
                    <a:pt x="4696" y="6574"/>
                    <a:pt x="4696" y="6574"/>
                    <a:pt x="4696" y="6574"/>
                  </a:cubicBezTo>
                  <a:cubicBezTo>
                    <a:pt x="4696" y="6809"/>
                    <a:pt x="4696" y="6809"/>
                    <a:pt x="4696" y="6809"/>
                  </a:cubicBezTo>
                  <a:cubicBezTo>
                    <a:pt x="4226" y="7513"/>
                    <a:pt x="3757" y="8452"/>
                    <a:pt x="3522" y="9157"/>
                  </a:cubicBezTo>
                  <a:cubicBezTo>
                    <a:pt x="3522" y="9626"/>
                    <a:pt x="3522" y="9626"/>
                    <a:pt x="3522" y="9626"/>
                  </a:cubicBezTo>
                  <a:cubicBezTo>
                    <a:pt x="1409" y="9626"/>
                    <a:pt x="1409" y="9626"/>
                    <a:pt x="1409" y="9626"/>
                  </a:cubicBezTo>
                  <a:cubicBezTo>
                    <a:pt x="1174" y="9626"/>
                    <a:pt x="939" y="9861"/>
                    <a:pt x="939" y="10096"/>
                  </a:cubicBezTo>
                  <a:cubicBezTo>
                    <a:pt x="939" y="11504"/>
                    <a:pt x="939" y="11504"/>
                    <a:pt x="939" y="11504"/>
                  </a:cubicBezTo>
                  <a:cubicBezTo>
                    <a:pt x="939" y="11504"/>
                    <a:pt x="939" y="11739"/>
                    <a:pt x="939" y="11739"/>
                  </a:cubicBezTo>
                  <a:cubicBezTo>
                    <a:pt x="1174" y="11974"/>
                    <a:pt x="1409" y="11974"/>
                    <a:pt x="1409" y="11974"/>
                  </a:cubicBezTo>
                  <a:cubicBezTo>
                    <a:pt x="3522" y="11974"/>
                    <a:pt x="3522" y="11974"/>
                    <a:pt x="3522" y="11974"/>
                  </a:cubicBezTo>
                  <a:cubicBezTo>
                    <a:pt x="3522" y="12443"/>
                    <a:pt x="3522" y="12443"/>
                    <a:pt x="3522" y="12443"/>
                  </a:cubicBezTo>
                  <a:cubicBezTo>
                    <a:pt x="3757" y="13148"/>
                    <a:pt x="3991" y="14087"/>
                    <a:pt x="4461" y="14791"/>
                  </a:cubicBezTo>
                  <a:cubicBezTo>
                    <a:pt x="4696" y="15026"/>
                    <a:pt x="4696" y="15026"/>
                    <a:pt x="4696" y="15026"/>
                  </a:cubicBezTo>
                  <a:cubicBezTo>
                    <a:pt x="3287" y="16435"/>
                    <a:pt x="3287" y="16435"/>
                    <a:pt x="3287" y="16435"/>
                  </a:cubicBezTo>
                  <a:cubicBezTo>
                    <a:pt x="3052" y="16670"/>
                    <a:pt x="3052" y="16670"/>
                    <a:pt x="3052" y="16904"/>
                  </a:cubicBezTo>
                  <a:cubicBezTo>
                    <a:pt x="3052" y="17139"/>
                    <a:pt x="3052" y="17139"/>
                    <a:pt x="3287" y="17374"/>
                  </a:cubicBezTo>
                  <a:cubicBezTo>
                    <a:pt x="4226" y="18313"/>
                    <a:pt x="4226" y="18313"/>
                    <a:pt x="4226" y="18313"/>
                  </a:cubicBezTo>
                  <a:cubicBezTo>
                    <a:pt x="4461" y="18548"/>
                    <a:pt x="4930" y="18548"/>
                    <a:pt x="4930" y="18313"/>
                  </a:cubicBezTo>
                  <a:lnTo>
                    <a:pt x="6574" y="16670"/>
                  </a:lnTo>
                  <a:close/>
                  <a:moveTo>
                    <a:pt x="10800" y="14791"/>
                  </a:moveTo>
                  <a:cubicBezTo>
                    <a:pt x="8687" y="14791"/>
                    <a:pt x="6809" y="12913"/>
                    <a:pt x="6809" y="10800"/>
                  </a:cubicBezTo>
                  <a:cubicBezTo>
                    <a:pt x="6809" y="8687"/>
                    <a:pt x="8687" y="6809"/>
                    <a:pt x="10800" y="6809"/>
                  </a:cubicBezTo>
                  <a:cubicBezTo>
                    <a:pt x="12913" y="6809"/>
                    <a:pt x="14791" y="8687"/>
                    <a:pt x="14791" y="10800"/>
                  </a:cubicBezTo>
                  <a:cubicBezTo>
                    <a:pt x="14791" y="12913"/>
                    <a:pt x="12913" y="14791"/>
                    <a:pt x="10800" y="14791"/>
                  </a:cubicBezTo>
                  <a:close/>
                  <a:moveTo>
                    <a:pt x="10800" y="7748"/>
                  </a:moveTo>
                  <a:cubicBezTo>
                    <a:pt x="9157" y="7748"/>
                    <a:pt x="7748" y="9157"/>
                    <a:pt x="7748" y="10800"/>
                  </a:cubicBezTo>
                  <a:cubicBezTo>
                    <a:pt x="7748" y="12443"/>
                    <a:pt x="9157" y="13852"/>
                    <a:pt x="10800" y="13852"/>
                  </a:cubicBezTo>
                  <a:cubicBezTo>
                    <a:pt x="12443" y="13852"/>
                    <a:pt x="13852" y="12443"/>
                    <a:pt x="13852" y="10800"/>
                  </a:cubicBezTo>
                  <a:cubicBezTo>
                    <a:pt x="13852" y="9157"/>
                    <a:pt x="12443" y="7748"/>
                    <a:pt x="10800" y="7748"/>
                  </a:cubicBezTo>
                  <a:close/>
                </a:path>
              </a:pathLst>
            </a:custGeom>
            <a:solidFill>
              <a:srgbClr val="414042"/>
            </a:solidFill>
            <a:ln w="12700" cap="flat">
              <a:noFill/>
              <a:miter lim="400000"/>
            </a:ln>
            <a:effectLst/>
          </p:spPr>
          <p:txBody>
            <a:bodyPr wrap="square" lIns="45719" tIns="45719" rIns="45719" bIns="45719" numCol="1" anchor="t">
              <a:noAutofit/>
            </a:bodyPr>
            <a:lstStyle/>
            <a:p>
              <a:pPr/>
            </a:p>
          </p:txBody>
        </p:sp>
        <p:sp>
          <p:nvSpPr>
            <p:cNvPr id="291" name="Freeform 104"/>
            <p:cNvSpPr/>
            <p:nvPr/>
          </p:nvSpPr>
          <p:spPr>
            <a:xfrm>
              <a:off x="280722" y="318532"/>
              <a:ext cx="100370" cy="82033"/>
            </a:xfrm>
            <a:custGeom>
              <a:avLst/>
              <a:gdLst/>
              <a:ahLst/>
              <a:cxnLst>
                <a:cxn ang="0">
                  <a:pos x="wd2" y="hd2"/>
                </a:cxn>
                <a:cxn ang="5400000">
                  <a:pos x="wd2" y="hd2"/>
                </a:cxn>
                <a:cxn ang="10800000">
                  <a:pos x="wd2" y="hd2"/>
                </a:cxn>
                <a:cxn ang="16200000">
                  <a:pos x="wd2" y="hd2"/>
                </a:cxn>
              </a:cxnLst>
              <a:rect l="0" t="0" r="r" b="b"/>
              <a:pathLst>
                <a:path w="21300" h="20756" fill="norm" stroke="1" extrusionOk="0">
                  <a:moveTo>
                    <a:pt x="2400" y="20756"/>
                  </a:moveTo>
                  <a:cubicBezTo>
                    <a:pt x="1200" y="20756"/>
                    <a:pt x="1200" y="20756"/>
                    <a:pt x="0" y="19316"/>
                  </a:cubicBezTo>
                  <a:cubicBezTo>
                    <a:pt x="0" y="17876"/>
                    <a:pt x="1200" y="16436"/>
                    <a:pt x="2400" y="16436"/>
                  </a:cubicBezTo>
                  <a:cubicBezTo>
                    <a:pt x="8400" y="13556"/>
                    <a:pt x="13200" y="7796"/>
                    <a:pt x="16800" y="2036"/>
                  </a:cubicBezTo>
                  <a:cubicBezTo>
                    <a:pt x="16800" y="596"/>
                    <a:pt x="19200" y="-844"/>
                    <a:pt x="20400" y="596"/>
                  </a:cubicBezTo>
                  <a:cubicBezTo>
                    <a:pt x="21600" y="596"/>
                    <a:pt x="21600" y="3476"/>
                    <a:pt x="20400" y="4916"/>
                  </a:cubicBezTo>
                  <a:cubicBezTo>
                    <a:pt x="16800" y="12116"/>
                    <a:pt x="10800" y="19316"/>
                    <a:pt x="3600" y="20756"/>
                  </a:cubicBezTo>
                  <a:cubicBezTo>
                    <a:pt x="3600" y="20756"/>
                    <a:pt x="2400" y="20756"/>
                    <a:pt x="2400" y="20756"/>
                  </a:cubicBezTo>
                  <a:close/>
                </a:path>
              </a:pathLst>
            </a:custGeom>
            <a:solidFill>
              <a:srgbClr val="414042"/>
            </a:solidFill>
            <a:ln w="12700" cap="flat">
              <a:noFill/>
              <a:miter lim="400000"/>
            </a:ln>
            <a:effectLst/>
          </p:spPr>
          <p:txBody>
            <a:bodyPr wrap="square" lIns="45719" tIns="45719" rIns="45719" bIns="45719" numCol="1" anchor="t">
              <a:noAutofit/>
            </a:bodyPr>
            <a:lstStyle/>
            <a:p>
              <a:pPr/>
            </a:p>
          </p:txBody>
        </p:sp>
        <p:sp>
          <p:nvSpPr>
            <p:cNvPr id="292" name="Freeform 106"/>
            <p:cNvSpPr/>
            <p:nvPr/>
          </p:nvSpPr>
          <p:spPr>
            <a:xfrm>
              <a:off x="123205" y="119840"/>
              <a:ext cx="123041" cy="114917"/>
            </a:xfrm>
            <a:custGeom>
              <a:avLst/>
              <a:gdLst/>
              <a:ahLst/>
              <a:cxnLst>
                <a:cxn ang="0">
                  <a:pos x="wd2" y="hd2"/>
                </a:cxn>
                <a:cxn ang="5400000">
                  <a:pos x="wd2" y="hd2"/>
                </a:cxn>
                <a:cxn ang="10800000">
                  <a:pos x="wd2" y="hd2"/>
                </a:cxn>
                <a:cxn ang="16200000">
                  <a:pos x="wd2" y="hd2"/>
                </a:cxn>
              </a:cxnLst>
              <a:rect l="0" t="0" r="r" b="b"/>
              <a:pathLst>
                <a:path w="21025" h="21600" fill="norm" stroke="1" extrusionOk="0">
                  <a:moveTo>
                    <a:pt x="2370" y="21600"/>
                  </a:moveTo>
                  <a:cubicBezTo>
                    <a:pt x="1389" y="21600"/>
                    <a:pt x="1389" y="21600"/>
                    <a:pt x="1389" y="21600"/>
                  </a:cubicBezTo>
                  <a:cubicBezTo>
                    <a:pt x="407" y="21600"/>
                    <a:pt x="-575" y="19440"/>
                    <a:pt x="407" y="18360"/>
                  </a:cubicBezTo>
                  <a:cubicBezTo>
                    <a:pt x="3352" y="9720"/>
                    <a:pt x="10225" y="3240"/>
                    <a:pt x="18080" y="0"/>
                  </a:cubicBezTo>
                  <a:cubicBezTo>
                    <a:pt x="20043" y="0"/>
                    <a:pt x="21025" y="1080"/>
                    <a:pt x="21025" y="2160"/>
                  </a:cubicBezTo>
                  <a:cubicBezTo>
                    <a:pt x="21025" y="3240"/>
                    <a:pt x="20043" y="4320"/>
                    <a:pt x="19061" y="4320"/>
                  </a:cubicBezTo>
                  <a:cubicBezTo>
                    <a:pt x="12189" y="6480"/>
                    <a:pt x="6298" y="12960"/>
                    <a:pt x="3352" y="20520"/>
                  </a:cubicBezTo>
                  <a:cubicBezTo>
                    <a:pt x="3352" y="21600"/>
                    <a:pt x="2370" y="21600"/>
                    <a:pt x="2370" y="21600"/>
                  </a:cubicBezTo>
                  <a:close/>
                </a:path>
              </a:pathLst>
            </a:custGeom>
            <a:solidFill>
              <a:srgbClr val="414042"/>
            </a:solidFill>
            <a:ln w="12700" cap="flat">
              <a:noFill/>
              <a:miter lim="400000"/>
            </a:ln>
            <a:effectLst/>
          </p:spPr>
          <p:txBody>
            <a:bodyPr wrap="square" lIns="45719" tIns="45719" rIns="45719" bIns="45719" numCol="1" anchor="t">
              <a:noAutofit/>
            </a:bodyPr>
            <a:lstStyle/>
            <a:p>
              <a:pPr/>
            </a:p>
          </p:txBody>
        </p:sp>
      </p:grpSp>
      <p:grpSp>
        <p:nvGrpSpPr>
          <p:cNvPr id="298" name="组合 111"/>
          <p:cNvGrpSpPr/>
          <p:nvPr/>
        </p:nvGrpSpPr>
        <p:grpSpPr>
          <a:xfrm>
            <a:off x="5047486" y="3499117"/>
            <a:ext cx="525333" cy="525333"/>
            <a:chOff x="0" y="0"/>
            <a:chExt cx="525331" cy="525331"/>
          </a:xfrm>
        </p:grpSpPr>
        <p:sp>
          <p:nvSpPr>
            <p:cNvPr id="294" name="Freeform 100"/>
            <p:cNvSpPr/>
            <p:nvPr/>
          </p:nvSpPr>
          <p:spPr>
            <a:xfrm>
              <a:off x="11490" y="11491"/>
              <a:ext cx="502349" cy="502350"/>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20373" y="9082"/>
                  </a:moveTo>
                  <a:cubicBezTo>
                    <a:pt x="18655" y="9082"/>
                    <a:pt x="18655" y="9082"/>
                    <a:pt x="18655" y="9082"/>
                  </a:cubicBezTo>
                  <a:cubicBezTo>
                    <a:pt x="18409" y="8100"/>
                    <a:pt x="18164" y="7364"/>
                    <a:pt x="17673" y="6382"/>
                  </a:cubicBezTo>
                  <a:cubicBezTo>
                    <a:pt x="18900" y="5155"/>
                    <a:pt x="18900" y="5155"/>
                    <a:pt x="18900" y="5155"/>
                  </a:cubicBezTo>
                  <a:cubicBezTo>
                    <a:pt x="19391" y="4664"/>
                    <a:pt x="19391" y="4173"/>
                    <a:pt x="18900" y="3682"/>
                  </a:cubicBezTo>
                  <a:cubicBezTo>
                    <a:pt x="17918" y="2700"/>
                    <a:pt x="17918" y="2700"/>
                    <a:pt x="17918" y="2700"/>
                  </a:cubicBezTo>
                  <a:cubicBezTo>
                    <a:pt x="17427" y="2209"/>
                    <a:pt x="16691" y="2209"/>
                    <a:pt x="16445" y="2700"/>
                  </a:cubicBezTo>
                  <a:cubicBezTo>
                    <a:pt x="14973" y="3927"/>
                    <a:pt x="14973" y="3927"/>
                    <a:pt x="14973" y="3927"/>
                  </a:cubicBezTo>
                  <a:cubicBezTo>
                    <a:pt x="14236" y="3436"/>
                    <a:pt x="13500" y="3191"/>
                    <a:pt x="12518" y="2945"/>
                  </a:cubicBezTo>
                  <a:cubicBezTo>
                    <a:pt x="12518" y="1227"/>
                    <a:pt x="12518" y="1227"/>
                    <a:pt x="12518" y="1227"/>
                  </a:cubicBezTo>
                  <a:cubicBezTo>
                    <a:pt x="12518" y="491"/>
                    <a:pt x="12027" y="0"/>
                    <a:pt x="11291" y="0"/>
                  </a:cubicBezTo>
                  <a:cubicBezTo>
                    <a:pt x="10064" y="0"/>
                    <a:pt x="10064" y="0"/>
                    <a:pt x="10064" y="0"/>
                  </a:cubicBezTo>
                  <a:cubicBezTo>
                    <a:pt x="9573" y="0"/>
                    <a:pt x="8836" y="491"/>
                    <a:pt x="8836" y="1227"/>
                  </a:cubicBezTo>
                  <a:cubicBezTo>
                    <a:pt x="8836" y="2945"/>
                    <a:pt x="8836" y="2945"/>
                    <a:pt x="8836" y="2945"/>
                  </a:cubicBezTo>
                  <a:cubicBezTo>
                    <a:pt x="8100" y="3191"/>
                    <a:pt x="7118" y="3436"/>
                    <a:pt x="6382" y="3927"/>
                  </a:cubicBezTo>
                  <a:cubicBezTo>
                    <a:pt x="5155" y="2700"/>
                    <a:pt x="5155" y="2700"/>
                    <a:pt x="5155" y="2700"/>
                  </a:cubicBezTo>
                  <a:cubicBezTo>
                    <a:pt x="4664" y="2209"/>
                    <a:pt x="3927" y="2209"/>
                    <a:pt x="3682" y="2700"/>
                  </a:cubicBezTo>
                  <a:cubicBezTo>
                    <a:pt x="2700" y="3682"/>
                    <a:pt x="2700" y="3682"/>
                    <a:pt x="2700" y="3682"/>
                  </a:cubicBezTo>
                  <a:cubicBezTo>
                    <a:pt x="2209" y="3927"/>
                    <a:pt x="2209" y="4664"/>
                    <a:pt x="2700" y="5155"/>
                  </a:cubicBezTo>
                  <a:cubicBezTo>
                    <a:pt x="3927" y="6382"/>
                    <a:pt x="3927" y="6382"/>
                    <a:pt x="3927" y="6382"/>
                  </a:cubicBezTo>
                  <a:cubicBezTo>
                    <a:pt x="3436" y="7118"/>
                    <a:pt x="2945" y="8100"/>
                    <a:pt x="2700" y="9082"/>
                  </a:cubicBezTo>
                  <a:cubicBezTo>
                    <a:pt x="982" y="9082"/>
                    <a:pt x="982" y="9082"/>
                    <a:pt x="982" y="9082"/>
                  </a:cubicBezTo>
                  <a:cubicBezTo>
                    <a:pt x="491" y="9082"/>
                    <a:pt x="0" y="9573"/>
                    <a:pt x="0" y="10064"/>
                  </a:cubicBezTo>
                  <a:cubicBezTo>
                    <a:pt x="0" y="11536"/>
                    <a:pt x="0" y="11536"/>
                    <a:pt x="0" y="11536"/>
                  </a:cubicBezTo>
                  <a:cubicBezTo>
                    <a:pt x="0" y="12027"/>
                    <a:pt x="491" y="12518"/>
                    <a:pt x="982" y="12518"/>
                  </a:cubicBezTo>
                  <a:cubicBezTo>
                    <a:pt x="2700" y="12518"/>
                    <a:pt x="2700" y="12518"/>
                    <a:pt x="2700" y="12518"/>
                  </a:cubicBezTo>
                  <a:cubicBezTo>
                    <a:pt x="2945" y="13500"/>
                    <a:pt x="3436" y="14236"/>
                    <a:pt x="3927" y="15218"/>
                  </a:cubicBezTo>
                  <a:cubicBezTo>
                    <a:pt x="2700" y="16445"/>
                    <a:pt x="2700" y="16445"/>
                    <a:pt x="2700" y="16445"/>
                  </a:cubicBezTo>
                  <a:cubicBezTo>
                    <a:pt x="2209" y="16691"/>
                    <a:pt x="2209" y="17427"/>
                    <a:pt x="2700" y="17918"/>
                  </a:cubicBezTo>
                  <a:cubicBezTo>
                    <a:pt x="3436" y="18900"/>
                    <a:pt x="3436" y="18900"/>
                    <a:pt x="3436" y="18900"/>
                  </a:cubicBezTo>
                  <a:cubicBezTo>
                    <a:pt x="3927" y="19391"/>
                    <a:pt x="4664" y="19391"/>
                    <a:pt x="5155" y="18900"/>
                  </a:cubicBezTo>
                  <a:cubicBezTo>
                    <a:pt x="6382" y="17673"/>
                    <a:pt x="6382" y="17673"/>
                    <a:pt x="6382" y="17673"/>
                  </a:cubicBezTo>
                  <a:cubicBezTo>
                    <a:pt x="7118" y="18164"/>
                    <a:pt x="8100" y="18655"/>
                    <a:pt x="8836" y="18655"/>
                  </a:cubicBezTo>
                  <a:cubicBezTo>
                    <a:pt x="8836" y="20618"/>
                    <a:pt x="8836" y="20618"/>
                    <a:pt x="8836" y="20618"/>
                  </a:cubicBezTo>
                  <a:cubicBezTo>
                    <a:pt x="8836" y="21109"/>
                    <a:pt x="9327" y="21600"/>
                    <a:pt x="10064" y="21600"/>
                  </a:cubicBezTo>
                  <a:cubicBezTo>
                    <a:pt x="11291" y="21600"/>
                    <a:pt x="11291" y="21600"/>
                    <a:pt x="11291" y="21600"/>
                  </a:cubicBezTo>
                  <a:cubicBezTo>
                    <a:pt x="12027" y="21600"/>
                    <a:pt x="12518" y="21109"/>
                    <a:pt x="12518" y="20618"/>
                  </a:cubicBezTo>
                  <a:cubicBezTo>
                    <a:pt x="12518" y="18655"/>
                    <a:pt x="12518" y="18655"/>
                    <a:pt x="12518" y="18655"/>
                  </a:cubicBezTo>
                  <a:cubicBezTo>
                    <a:pt x="13500" y="18655"/>
                    <a:pt x="14236" y="18164"/>
                    <a:pt x="14973" y="17673"/>
                  </a:cubicBezTo>
                  <a:cubicBezTo>
                    <a:pt x="16200" y="18900"/>
                    <a:pt x="16200" y="18900"/>
                    <a:pt x="16200" y="18900"/>
                  </a:cubicBezTo>
                  <a:cubicBezTo>
                    <a:pt x="16691" y="19391"/>
                    <a:pt x="17427" y="19391"/>
                    <a:pt x="17918" y="18900"/>
                  </a:cubicBezTo>
                  <a:cubicBezTo>
                    <a:pt x="18900" y="17918"/>
                    <a:pt x="18900" y="17918"/>
                    <a:pt x="18900" y="17918"/>
                  </a:cubicBezTo>
                  <a:cubicBezTo>
                    <a:pt x="19391" y="17673"/>
                    <a:pt x="19391" y="16936"/>
                    <a:pt x="18900" y="16445"/>
                  </a:cubicBezTo>
                  <a:cubicBezTo>
                    <a:pt x="17673" y="15218"/>
                    <a:pt x="17673" y="15218"/>
                    <a:pt x="17673" y="15218"/>
                  </a:cubicBezTo>
                  <a:cubicBezTo>
                    <a:pt x="18164" y="14482"/>
                    <a:pt x="18409" y="13500"/>
                    <a:pt x="18655" y="12518"/>
                  </a:cubicBezTo>
                  <a:cubicBezTo>
                    <a:pt x="20373" y="12518"/>
                    <a:pt x="20373" y="12518"/>
                    <a:pt x="20373" y="12518"/>
                  </a:cubicBezTo>
                  <a:cubicBezTo>
                    <a:pt x="21109" y="12518"/>
                    <a:pt x="21600" y="12027"/>
                    <a:pt x="21600" y="11536"/>
                  </a:cubicBezTo>
                  <a:cubicBezTo>
                    <a:pt x="21600" y="10064"/>
                    <a:pt x="21600" y="10064"/>
                    <a:pt x="21600" y="10064"/>
                  </a:cubicBezTo>
                  <a:cubicBezTo>
                    <a:pt x="21600" y="9573"/>
                    <a:pt x="21109" y="9082"/>
                    <a:pt x="20373" y="9082"/>
                  </a:cubicBezTo>
                  <a:close/>
                  <a:moveTo>
                    <a:pt x="10800" y="14482"/>
                  </a:moveTo>
                  <a:cubicBezTo>
                    <a:pt x="8836" y="14482"/>
                    <a:pt x="7118" y="12764"/>
                    <a:pt x="7118" y="10800"/>
                  </a:cubicBezTo>
                  <a:cubicBezTo>
                    <a:pt x="7118" y="8836"/>
                    <a:pt x="8836" y="7118"/>
                    <a:pt x="10800" y="7118"/>
                  </a:cubicBezTo>
                  <a:cubicBezTo>
                    <a:pt x="12764" y="7118"/>
                    <a:pt x="14482" y="8836"/>
                    <a:pt x="14482" y="10800"/>
                  </a:cubicBezTo>
                  <a:cubicBezTo>
                    <a:pt x="14482" y="12764"/>
                    <a:pt x="12764" y="14482"/>
                    <a:pt x="10800" y="14482"/>
                  </a:cubicBezTo>
                  <a:close/>
                </a:path>
              </a:pathLst>
            </a:custGeom>
            <a:solidFill>
              <a:srgbClr val="005790"/>
            </a:solidFill>
            <a:ln w="12700" cap="flat">
              <a:noFill/>
              <a:miter lim="400000"/>
            </a:ln>
            <a:effectLst/>
          </p:spPr>
          <p:txBody>
            <a:bodyPr wrap="square" lIns="45719" tIns="45719" rIns="45719" bIns="45719" numCol="1" anchor="t">
              <a:noAutofit/>
            </a:bodyPr>
            <a:lstStyle/>
            <a:p>
              <a:pPr/>
            </a:p>
          </p:txBody>
        </p:sp>
        <p:sp>
          <p:nvSpPr>
            <p:cNvPr id="295" name="Freeform 102"/>
            <p:cNvSpPr/>
            <p:nvPr/>
          </p:nvSpPr>
          <p:spPr>
            <a:xfrm>
              <a:off x="0" y="0"/>
              <a:ext cx="525333" cy="525333"/>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1270" y="21600"/>
                  </a:moveTo>
                  <a:cubicBezTo>
                    <a:pt x="10096" y="21600"/>
                    <a:pt x="10096" y="21600"/>
                    <a:pt x="10096" y="21600"/>
                  </a:cubicBezTo>
                  <a:cubicBezTo>
                    <a:pt x="9157" y="21600"/>
                    <a:pt x="8452" y="20896"/>
                    <a:pt x="8452" y="20191"/>
                  </a:cubicBezTo>
                  <a:cubicBezTo>
                    <a:pt x="8452" y="18783"/>
                    <a:pt x="8452" y="18783"/>
                    <a:pt x="8452" y="18783"/>
                  </a:cubicBezTo>
                  <a:cubicBezTo>
                    <a:pt x="7983" y="18548"/>
                    <a:pt x="7278" y="18313"/>
                    <a:pt x="6574" y="18078"/>
                  </a:cubicBezTo>
                  <a:cubicBezTo>
                    <a:pt x="5635" y="19017"/>
                    <a:pt x="5635" y="19017"/>
                    <a:pt x="5635" y="19017"/>
                  </a:cubicBezTo>
                  <a:cubicBezTo>
                    <a:pt x="5165" y="19487"/>
                    <a:pt x="3991" y="19487"/>
                    <a:pt x="3522" y="18783"/>
                  </a:cubicBezTo>
                  <a:cubicBezTo>
                    <a:pt x="2583" y="18078"/>
                    <a:pt x="2583" y="18078"/>
                    <a:pt x="2583" y="18078"/>
                  </a:cubicBezTo>
                  <a:cubicBezTo>
                    <a:pt x="2348" y="17609"/>
                    <a:pt x="2113" y="17374"/>
                    <a:pt x="2113" y="16904"/>
                  </a:cubicBezTo>
                  <a:cubicBezTo>
                    <a:pt x="2113" y="16435"/>
                    <a:pt x="2348" y="16200"/>
                    <a:pt x="2583" y="15730"/>
                  </a:cubicBezTo>
                  <a:cubicBezTo>
                    <a:pt x="3522" y="14791"/>
                    <a:pt x="3522" y="14791"/>
                    <a:pt x="3522" y="14791"/>
                  </a:cubicBezTo>
                  <a:cubicBezTo>
                    <a:pt x="3287" y="14322"/>
                    <a:pt x="3052" y="13617"/>
                    <a:pt x="2817" y="12913"/>
                  </a:cubicBezTo>
                  <a:cubicBezTo>
                    <a:pt x="1409" y="12913"/>
                    <a:pt x="1409" y="12913"/>
                    <a:pt x="1409" y="12913"/>
                  </a:cubicBezTo>
                  <a:cubicBezTo>
                    <a:pt x="939" y="12913"/>
                    <a:pt x="704" y="12913"/>
                    <a:pt x="470" y="12443"/>
                  </a:cubicBezTo>
                  <a:cubicBezTo>
                    <a:pt x="0" y="12209"/>
                    <a:pt x="0" y="11739"/>
                    <a:pt x="0" y="11504"/>
                  </a:cubicBezTo>
                  <a:cubicBezTo>
                    <a:pt x="0" y="10096"/>
                    <a:pt x="0" y="10096"/>
                    <a:pt x="0" y="10096"/>
                  </a:cubicBezTo>
                  <a:cubicBezTo>
                    <a:pt x="0" y="9391"/>
                    <a:pt x="704" y="8687"/>
                    <a:pt x="1409" y="8687"/>
                  </a:cubicBezTo>
                  <a:cubicBezTo>
                    <a:pt x="2817" y="8687"/>
                    <a:pt x="2817" y="8687"/>
                    <a:pt x="2817" y="8687"/>
                  </a:cubicBezTo>
                  <a:cubicBezTo>
                    <a:pt x="3052" y="7983"/>
                    <a:pt x="3287" y="7278"/>
                    <a:pt x="3522" y="6809"/>
                  </a:cubicBezTo>
                  <a:cubicBezTo>
                    <a:pt x="2583" y="5870"/>
                    <a:pt x="2583" y="5870"/>
                    <a:pt x="2583" y="5870"/>
                  </a:cubicBezTo>
                  <a:cubicBezTo>
                    <a:pt x="2113" y="5165"/>
                    <a:pt x="2113" y="4226"/>
                    <a:pt x="2583" y="3522"/>
                  </a:cubicBezTo>
                  <a:cubicBezTo>
                    <a:pt x="3522" y="2583"/>
                    <a:pt x="3522" y="2583"/>
                    <a:pt x="3522" y="2583"/>
                  </a:cubicBezTo>
                  <a:cubicBezTo>
                    <a:pt x="4226" y="2113"/>
                    <a:pt x="5165" y="2113"/>
                    <a:pt x="5870" y="2583"/>
                  </a:cubicBezTo>
                  <a:cubicBezTo>
                    <a:pt x="6809" y="3522"/>
                    <a:pt x="6809" y="3522"/>
                    <a:pt x="6809" y="3522"/>
                  </a:cubicBezTo>
                  <a:cubicBezTo>
                    <a:pt x="7278" y="3287"/>
                    <a:pt x="7983" y="3052"/>
                    <a:pt x="8452" y="2817"/>
                  </a:cubicBezTo>
                  <a:cubicBezTo>
                    <a:pt x="8452" y="1643"/>
                    <a:pt x="8452" y="1643"/>
                    <a:pt x="8452" y="1643"/>
                  </a:cubicBezTo>
                  <a:cubicBezTo>
                    <a:pt x="8452" y="704"/>
                    <a:pt x="9157" y="0"/>
                    <a:pt x="10096" y="0"/>
                  </a:cubicBezTo>
                  <a:cubicBezTo>
                    <a:pt x="11270" y="0"/>
                    <a:pt x="11270" y="0"/>
                    <a:pt x="11270" y="0"/>
                  </a:cubicBezTo>
                  <a:cubicBezTo>
                    <a:pt x="12209" y="0"/>
                    <a:pt x="12913" y="704"/>
                    <a:pt x="12913" y="1643"/>
                  </a:cubicBezTo>
                  <a:cubicBezTo>
                    <a:pt x="12913" y="2817"/>
                    <a:pt x="12913" y="2817"/>
                    <a:pt x="12913" y="2817"/>
                  </a:cubicBezTo>
                  <a:cubicBezTo>
                    <a:pt x="13617" y="3052"/>
                    <a:pt x="14322" y="3287"/>
                    <a:pt x="14791" y="3522"/>
                  </a:cubicBezTo>
                  <a:cubicBezTo>
                    <a:pt x="15730" y="2583"/>
                    <a:pt x="15730" y="2583"/>
                    <a:pt x="15730" y="2583"/>
                  </a:cubicBezTo>
                  <a:cubicBezTo>
                    <a:pt x="16435" y="2113"/>
                    <a:pt x="17374" y="2113"/>
                    <a:pt x="18078" y="2583"/>
                  </a:cubicBezTo>
                  <a:cubicBezTo>
                    <a:pt x="18783" y="3522"/>
                    <a:pt x="18783" y="3522"/>
                    <a:pt x="18783" y="3522"/>
                  </a:cubicBezTo>
                  <a:cubicBezTo>
                    <a:pt x="19252" y="3991"/>
                    <a:pt x="19252" y="4226"/>
                    <a:pt x="19252" y="4696"/>
                  </a:cubicBezTo>
                  <a:cubicBezTo>
                    <a:pt x="19252" y="5165"/>
                    <a:pt x="19252" y="5400"/>
                    <a:pt x="18783" y="5870"/>
                  </a:cubicBezTo>
                  <a:cubicBezTo>
                    <a:pt x="17843" y="6809"/>
                    <a:pt x="17843" y="6809"/>
                    <a:pt x="17843" y="6809"/>
                  </a:cubicBezTo>
                  <a:cubicBezTo>
                    <a:pt x="18313" y="7278"/>
                    <a:pt x="18548" y="7983"/>
                    <a:pt x="18783" y="8687"/>
                  </a:cubicBezTo>
                  <a:cubicBezTo>
                    <a:pt x="19957" y="8687"/>
                    <a:pt x="19957" y="8687"/>
                    <a:pt x="19957" y="8687"/>
                  </a:cubicBezTo>
                  <a:cubicBezTo>
                    <a:pt x="20896" y="8687"/>
                    <a:pt x="21600" y="9391"/>
                    <a:pt x="21600" y="10096"/>
                  </a:cubicBezTo>
                  <a:cubicBezTo>
                    <a:pt x="21600" y="11504"/>
                    <a:pt x="21600" y="11504"/>
                    <a:pt x="21600" y="11504"/>
                  </a:cubicBezTo>
                  <a:cubicBezTo>
                    <a:pt x="21600" y="12209"/>
                    <a:pt x="20896" y="12913"/>
                    <a:pt x="19957" y="12913"/>
                  </a:cubicBezTo>
                  <a:cubicBezTo>
                    <a:pt x="19957" y="12913"/>
                    <a:pt x="19957" y="12913"/>
                    <a:pt x="19957" y="12913"/>
                  </a:cubicBezTo>
                  <a:cubicBezTo>
                    <a:pt x="18783" y="12913"/>
                    <a:pt x="18783" y="12913"/>
                    <a:pt x="18783" y="12913"/>
                  </a:cubicBezTo>
                  <a:cubicBezTo>
                    <a:pt x="18548" y="13617"/>
                    <a:pt x="18313" y="14322"/>
                    <a:pt x="17843" y="14791"/>
                  </a:cubicBezTo>
                  <a:cubicBezTo>
                    <a:pt x="18783" y="15730"/>
                    <a:pt x="18783" y="15730"/>
                    <a:pt x="18783" y="15730"/>
                  </a:cubicBezTo>
                  <a:cubicBezTo>
                    <a:pt x="19252" y="16200"/>
                    <a:pt x="19252" y="16435"/>
                    <a:pt x="19252" y="16904"/>
                  </a:cubicBezTo>
                  <a:cubicBezTo>
                    <a:pt x="19252" y="17374"/>
                    <a:pt x="19252" y="17843"/>
                    <a:pt x="18783" y="18078"/>
                  </a:cubicBezTo>
                  <a:cubicBezTo>
                    <a:pt x="17843" y="19017"/>
                    <a:pt x="17843" y="19017"/>
                    <a:pt x="17843" y="19017"/>
                  </a:cubicBezTo>
                  <a:cubicBezTo>
                    <a:pt x="17374" y="19487"/>
                    <a:pt x="16435" y="19487"/>
                    <a:pt x="15730" y="19017"/>
                  </a:cubicBezTo>
                  <a:cubicBezTo>
                    <a:pt x="14791" y="18078"/>
                    <a:pt x="14791" y="18078"/>
                    <a:pt x="14791" y="18078"/>
                  </a:cubicBezTo>
                  <a:cubicBezTo>
                    <a:pt x="14322" y="18313"/>
                    <a:pt x="13617" y="18548"/>
                    <a:pt x="12913" y="18783"/>
                  </a:cubicBezTo>
                  <a:cubicBezTo>
                    <a:pt x="12913" y="20191"/>
                    <a:pt x="12913" y="20191"/>
                    <a:pt x="12913" y="20191"/>
                  </a:cubicBezTo>
                  <a:cubicBezTo>
                    <a:pt x="12913" y="20896"/>
                    <a:pt x="12209" y="21600"/>
                    <a:pt x="11270" y="21600"/>
                  </a:cubicBezTo>
                  <a:close/>
                  <a:moveTo>
                    <a:pt x="6574" y="16670"/>
                  </a:moveTo>
                  <a:cubicBezTo>
                    <a:pt x="6809" y="16904"/>
                    <a:pt x="6809" y="16904"/>
                    <a:pt x="6809" y="16904"/>
                  </a:cubicBezTo>
                  <a:cubicBezTo>
                    <a:pt x="7513" y="17374"/>
                    <a:pt x="8217" y="17843"/>
                    <a:pt x="9157" y="17843"/>
                  </a:cubicBezTo>
                  <a:cubicBezTo>
                    <a:pt x="9391" y="18078"/>
                    <a:pt x="9391" y="18078"/>
                    <a:pt x="9391" y="18078"/>
                  </a:cubicBezTo>
                  <a:cubicBezTo>
                    <a:pt x="9391" y="20191"/>
                    <a:pt x="9391" y="20191"/>
                    <a:pt x="9391" y="20191"/>
                  </a:cubicBezTo>
                  <a:cubicBezTo>
                    <a:pt x="9391" y="20426"/>
                    <a:pt x="9861" y="20661"/>
                    <a:pt x="10096" y="20661"/>
                  </a:cubicBezTo>
                  <a:cubicBezTo>
                    <a:pt x="11270" y="20661"/>
                    <a:pt x="11270" y="20661"/>
                    <a:pt x="11270" y="20661"/>
                  </a:cubicBezTo>
                  <a:cubicBezTo>
                    <a:pt x="11270" y="21130"/>
                    <a:pt x="11270" y="21130"/>
                    <a:pt x="11270" y="21130"/>
                  </a:cubicBezTo>
                  <a:cubicBezTo>
                    <a:pt x="11270" y="20661"/>
                    <a:pt x="11270" y="20661"/>
                    <a:pt x="11270" y="20661"/>
                  </a:cubicBezTo>
                  <a:cubicBezTo>
                    <a:pt x="11739" y="20661"/>
                    <a:pt x="11974" y="20426"/>
                    <a:pt x="11974" y="20191"/>
                  </a:cubicBezTo>
                  <a:cubicBezTo>
                    <a:pt x="11974" y="18078"/>
                    <a:pt x="11974" y="18078"/>
                    <a:pt x="11974" y="18078"/>
                  </a:cubicBezTo>
                  <a:cubicBezTo>
                    <a:pt x="12443" y="17843"/>
                    <a:pt x="12443" y="17843"/>
                    <a:pt x="12443" y="17843"/>
                  </a:cubicBezTo>
                  <a:cubicBezTo>
                    <a:pt x="13148" y="17843"/>
                    <a:pt x="13852" y="17374"/>
                    <a:pt x="14557" y="16904"/>
                  </a:cubicBezTo>
                  <a:cubicBezTo>
                    <a:pt x="15026" y="16904"/>
                    <a:pt x="15026" y="16904"/>
                    <a:pt x="15026" y="16904"/>
                  </a:cubicBezTo>
                  <a:cubicBezTo>
                    <a:pt x="16435" y="18313"/>
                    <a:pt x="16435" y="18313"/>
                    <a:pt x="16435" y="18313"/>
                  </a:cubicBezTo>
                  <a:cubicBezTo>
                    <a:pt x="16670" y="18548"/>
                    <a:pt x="17139" y="18548"/>
                    <a:pt x="17374" y="18313"/>
                  </a:cubicBezTo>
                  <a:cubicBezTo>
                    <a:pt x="18078" y="17374"/>
                    <a:pt x="18078" y="17374"/>
                    <a:pt x="18078" y="17374"/>
                  </a:cubicBezTo>
                  <a:cubicBezTo>
                    <a:pt x="18313" y="17374"/>
                    <a:pt x="18313" y="17139"/>
                    <a:pt x="18313" y="16904"/>
                  </a:cubicBezTo>
                  <a:cubicBezTo>
                    <a:pt x="18313" y="16670"/>
                    <a:pt x="18313" y="16670"/>
                    <a:pt x="18078" y="16435"/>
                  </a:cubicBezTo>
                  <a:cubicBezTo>
                    <a:pt x="16670" y="15026"/>
                    <a:pt x="16670" y="15026"/>
                    <a:pt x="16670" y="15026"/>
                  </a:cubicBezTo>
                  <a:cubicBezTo>
                    <a:pt x="16904" y="14791"/>
                    <a:pt x="16904" y="14791"/>
                    <a:pt x="16904" y="14791"/>
                  </a:cubicBezTo>
                  <a:cubicBezTo>
                    <a:pt x="17374" y="14087"/>
                    <a:pt x="17609" y="13148"/>
                    <a:pt x="17843" y="12443"/>
                  </a:cubicBezTo>
                  <a:cubicBezTo>
                    <a:pt x="18078" y="11974"/>
                    <a:pt x="18078" y="11974"/>
                    <a:pt x="18078" y="11974"/>
                  </a:cubicBezTo>
                  <a:cubicBezTo>
                    <a:pt x="19957" y="11974"/>
                    <a:pt x="19957" y="11974"/>
                    <a:pt x="19957" y="11974"/>
                  </a:cubicBezTo>
                  <a:cubicBezTo>
                    <a:pt x="20426" y="11974"/>
                    <a:pt x="20661" y="11739"/>
                    <a:pt x="20661" y="11504"/>
                  </a:cubicBezTo>
                  <a:cubicBezTo>
                    <a:pt x="20661" y="10096"/>
                    <a:pt x="20661" y="10096"/>
                    <a:pt x="20661" y="10096"/>
                  </a:cubicBezTo>
                  <a:cubicBezTo>
                    <a:pt x="20661" y="9861"/>
                    <a:pt x="20426" y="9626"/>
                    <a:pt x="19957" y="9626"/>
                  </a:cubicBezTo>
                  <a:cubicBezTo>
                    <a:pt x="18078" y="9626"/>
                    <a:pt x="18078" y="9626"/>
                    <a:pt x="18078" y="9626"/>
                  </a:cubicBezTo>
                  <a:cubicBezTo>
                    <a:pt x="17843" y="9157"/>
                    <a:pt x="17843" y="9157"/>
                    <a:pt x="17843" y="9157"/>
                  </a:cubicBezTo>
                  <a:cubicBezTo>
                    <a:pt x="17609" y="8452"/>
                    <a:pt x="17374" y="7513"/>
                    <a:pt x="16904" y="6809"/>
                  </a:cubicBezTo>
                  <a:cubicBezTo>
                    <a:pt x="16670" y="6574"/>
                    <a:pt x="16670" y="6574"/>
                    <a:pt x="16670" y="6574"/>
                  </a:cubicBezTo>
                  <a:cubicBezTo>
                    <a:pt x="18313" y="5165"/>
                    <a:pt x="18313" y="5165"/>
                    <a:pt x="18313" y="5165"/>
                  </a:cubicBezTo>
                  <a:cubicBezTo>
                    <a:pt x="18313" y="4930"/>
                    <a:pt x="18313" y="4930"/>
                    <a:pt x="18313" y="4696"/>
                  </a:cubicBezTo>
                  <a:cubicBezTo>
                    <a:pt x="18313" y="4461"/>
                    <a:pt x="18313" y="4461"/>
                    <a:pt x="18313" y="4226"/>
                  </a:cubicBezTo>
                  <a:cubicBezTo>
                    <a:pt x="17374" y="3287"/>
                    <a:pt x="17374" y="3287"/>
                    <a:pt x="17374" y="3287"/>
                  </a:cubicBezTo>
                  <a:cubicBezTo>
                    <a:pt x="17139" y="3052"/>
                    <a:pt x="16670" y="3052"/>
                    <a:pt x="16435" y="3287"/>
                  </a:cubicBezTo>
                  <a:cubicBezTo>
                    <a:pt x="15026" y="4930"/>
                    <a:pt x="15026" y="4930"/>
                    <a:pt x="15026" y="4930"/>
                  </a:cubicBezTo>
                  <a:cubicBezTo>
                    <a:pt x="14557" y="4696"/>
                    <a:pt x="14557" y="4696"/>
                    <a:pt x="14557" y="4696"/>
                  </a:cubicBezTo>
                  <a:cubicBezTo>
                    <a:pt x="13852" y="4226"/>
                    <a:pt x="13148" y="3757"/>
                    <a:pt x="12443" y="3757"/>
                  </a:cubicBezTo>
                  <a:cubicBezTo>
                    <a:pt x="11974" y="3522"/>
                    <a:pt x="11974" y="3522"/>
                    <a:pt x="11974" y="3522"/>
                  </a:cubicBezTo>
                  <a:cubicBezTo>
                    <a:pt x="11974" y="1643"/>
                    <a:pt x="11974" y="1643"/>
                    <a:pt x="11974" y="1643"/>
                  </a:cubicBezTo>
                  <a:cubicBezTo>
                    <a:pt x="11974" y="1174"/>
                    <a:pt x="11739" y="939"/>
                    <a:pt x="11270" y="939"/>
                  </a:cubicBezTo>
                  <a:cubicBezTo>
                    <a:pt x="10096" y="939"/>
                    <a:pt x="10096" y="939"/>
                    <a:pt x="10096" y="939"/>
                  </a:cubicBezTo>
                  <a:cubicBezTo>
                    <a:pt x="9861" y="939"/>
                    <a:pt x="9391" y="1174"/>
                    <a:pt x="9391" y="1643"/>
                  </a:cubicBezTo>
                  <a:cubicBezTo>
                    <a:pt x="9391" y="3522"/>
                    <a:pt x="9391" y="3522"/>
                    <a:pt x="9391" y="3522"/>
                  </a:cubicBezTo>
                  <a:cubicBezTo>
                    <a:pt x="9157" y="3757"/>
                    <a:pt x="9157" y="3757"/>
                    <a:pt x="9157" y="3757"/>
                  </a:cubicBezTo>
                  <a:cubicBezTo>
                    <a:pt x="8452" y="3757"/>
                    <a:pt x="7513" y="4226"/>
                    <a:pt x="6809" y="4696"/>
                  </a:cubicBezTo>
                  <a:cubicBezTo>
                    <a:pt x="6574" y="4696"/>
                    <a:pt x="6574" y="4696"/>
                    <a:pt x="6574" y="4696"/>
                  </a:cubicBezTo>
                  <a:cubicBezTo>
                    <a:pt x="5165" y="3287"/>
                    <a:pt x="5165" y="3287"/>
                    <a:pt x="5165" y="3287"/>
                  </a:cubicBezTo>
                  <a:cubicBezTo>
                    <a:pt x="4930" y="3052"/>
                    <a:pt x="4461" y="3052"/>
                    <a:pt x="4226" y="3287"/>
                  </a:cubicBezTo>
                  <a:cubicBezTo>
                    <a:pt x="3287" y="4226"/>
                    <a:pt x="3287" y="4226"/>
                    <a:pt x="3287" y="4226"/>
                  </a:cubicBezTo>
                  <a:cubicBezTo>
                    <a:pt x="3052" y="4461"/>
                    <a:pt x="3052" y="4930"/>
                    <a:pt x="3287" y="5165"/>
                  </a:cubicBezTo>
                  <a:cubicBezTo>
                    <a:pt x="4696" y="6574"/>
                    <a:pt x="4696" y="6574"/>
                    <a:pt x="4696" y="6574"/>
                  </a:cubicBezTo>
                  <a:cubicBezTo>
                    <a:pt x="4696" y="6809"/>
                    <a:pt x="4696" y="6809"/>
                    <a:pt x="4696" y="6809"/>
                  </a:cubicBezTo>
                  <a:cubicBezTo>
                    <a:pt x="4226" y="7513"/>
                    <a:pt x="3757" y="8452"/>
                    <a:pt x="3522" y="9157"/>
                  </a:cubicBezTo>
                  <a:cubicBezTo>
                    <a:pt x="3522" y="9626"/>
                    <a:pt x="3522" y="9626"/>
                    <a:pt x="3522" y="9626"/>
                  </a:cubicBezTo>
                  <a:cubicBezTo>
                    <a:pt x="1409" y="9626"/>
                    <a:pt x="1409" y="9626"/>
                    <a:pt x="1409" y="9626"/>
                  </a:cubicBezTo>
                  <a:cubicBezTo>
                    <a:pt x="1174" y="9626"/>
                    <a:pt x="939" y="9861"/>
                    <a:pt x="939" y="10096"/>
                  </a:cubicBezTo>
                  <a:cubicBezTo>
                    <a:pt x="939" y="11504"/>
                    <a:pt x="939" y="11504"/>
                    <a:pt x="939" y="11504"/>
                  </a:cubicBezTo>
                  <a:cubicBezTo>
                    <a:pt x="939" y="11504"/>
                    <a:pt x="939" y="11739"/>
                    <a:pt x="939" y="11739"/>
                  </a:cubicBezTo>
                  <a:cubicBezTo>
                    <a:pt x="1174" y="11974"/>
                    <a:pt x="1409" y="11974"/>
                    <a:pt x="1409" y="11974"/>
                  </a:cubicBezTo>
                  <a:cubicBezTo>
                    <a:pt x="3522" y="11974"/>
                    <a:pt x="3522" y="11974"/>
                    <a:pt x="3522" y="11974"/>
                  </a:cubicBezTo>
                  <a:cubicBezTo>
                    <a:pt x="3522" y="12443"/>
                    <a:pt x="3522" y="12443"/>
                    <a:pt x="3522" y="12443"/>
                  </a:cubicBezTo>
                  <a:cubicBezTo>
                    <a:pt x="3757" y="13148"/>
                    <a:pt x="3991" y="14087"/>
                    <a:pt x="4461" y="14791"/>
                  </a:cubicBezTo>
                  <a:cubicBezTo>
                    <a:pt x="4696" y="15026"/>
                    <a:pt x="4696" y="15026"/>
                    <a:pt x="4696" y="15026"/>
                  </a:cubicBezTo>
                  <a:cubicBezTo>
                    <a:pt x="3287" y="16435"/>
                    <a:pt x="3287" y="16435"/>
                    <a:pt x="3287" y="16435"/>
                  </a:cubicBezTo>
                  <a:cubicBezTo>
                    <a:pt x="3052" y="16670"/>
                    <a:pt x="3052" y="16670"/>
                    <a:pt x="3052" y="16904"/>
                  </a:cubicBezTo>
                  <a:cubicBezTo>
                    <a:pt x="3052" y="17139"/>
                    <a:pt x="3052" y="17139"/>
                    <a:pt x="3287" y="17374"/>
                  </a:cubicBezTo>
                  <a:cubicBezTo>
                    <a:pt x="4226" y="18313"/>
                    <a:pt x="4226" y="18313"/>
                    <a:pt x="4226" y="18313"/>
                  </a:cubicBezTo>
                  <a:cubicBezTo>
                    <a:pt x="4461" y="18548"/>
                    <a:pt x="4930" y="18548"/>
                    <a:pt x="4930" y="18313"/>
                  </a:cubicBezTo>
                  <a:lnTo>
                    <a:pt x="6574" y="16670"/>
                  </a:lnTo>
                  <a:close/>
                  <a:moveTo>
                    <a:pt x="10800" y="14791"/>
                  </a:moveTo>
                  <a:cubicBezTo>
                    <a:pt x="8687" y="14791"/>
                    <a:pt x="6809" y="12913"/>
                    <a:pt x="6809" y="10800"/>
                  </a:cubicBezTo>
                  <a:cubicBezTo>
                    <a:pt x="6809" y="8687"/>
                    <a:pt x="8687" y="6809"/>
                    <a:pt x="10800" y="6809"/>
                  </a:cubicBezTo>
                  <a:cubicBezTo>
                    <a:pt x="12913" y="6809"/>
                    <a:pt x="14791" y="8687"/>
                    <a:pt x="14791" y="10800"/>
                  </a:cubicBezTo>
                  <a:cubicBezTo>
                    <a:pt x="14791" y="12913"/>
                    <a:pt x="12913" y="14791"/>
                    <a:pt x="10800" y="14791"/>
                  </a:cubicBezTo>
                  <a:close/>
                  <a:moveTo>
                    <a:pt x="10800" y="7748"/>
                  </a:moveTo>
                  <a:cubicBezTo>
                    <a:pt x="9157" y="7748"/>
                    <a:pt x="7748" y="9157"/>
                    <a:pt x="7748" y="10800"/>
                  </a:cubicBezTo>
                  <a:cubicBezTo>
                    <a:pt x="7748" y="12443"/>
                    <a:pt x="9157" y="13852"/>
                    <a:pt x="10800" y="13852"/>
                  </a:cubicBezTo>
                  <a:cubicBezTo>
                    <a:pt x="12443" y="13852"/>
                    <a:pt x="13852" y="12443"/>
                    <a:pt x="13852" y="10800"/>
                  </a:cubicBezTo>
                  <a:cubicBezTo>
                    <a:pt x="13852" y="9157"/>
                    <a:pt x="12443" y="7748"/>
                    <a:pt x="10800" y="7748"/>
                  </a:cubicBezTo>
                  <a:close/>
                </a:path>
              </a:pathLst>
            </a:custGeom>
            <a:solidFill>
              <a:srgbClr val="414042"/>
            </a:solidFill>
            <a:ln w="12700" cap="flat">
              <a:noFill/>
              <a:miter lim="400000"/>
            </a:ln>
            <a:effectLst/>
          </p:spPr>
          <p:txBody>
            <a:bodyPr wrap="square" lIns="45719" tIns="45719" rIns="45719" bIns="45719" numCol="1" anchor="t">
              <a:noAutofit/>
            </a:bodyPr>
            <a:lstStyle/>
            <a:p>
              <a:pPr/>
            </a:p>
          </p:txBody>
        </p:sp>
        <p:sp>
          <p:nvSpPr>
            <p:cNvPr id="296" name="Freeform 104"/>
            <p:cNvSpPr/>
            <p:nvPr/>
          </p:nvSpPr>
          <p:spPr>
            <a:xfrm>
              <a:off x="280722" y="318532"/>
              <a:ext cx="100370" cy="82033"/>
            </a:xfrm>
            <a:custGeom>
              <a:avLst/>
              <a:gdLst/>
              <a:ahLst/>
              <a:cxnLst>
                <a:cxn ang="0">
                  <a:pos x="wd2" y="hd2"/>
                </a:cxn>
                <a:cxn ang="5400000">
                  <a:pos x="wd2" y="hd2"/>
                </a:cxn>
                <a:cxn ang="10800000">
                  <a:pos x="wd2" y="hd2"/>
                </a:cxn>
                <a:cxn ang="16200000">
                  <a:pos x="wd2" y="hd2"/>
                </a:cxn>
              </a:cxnLst>
              <a:rect l="0" t="0" r="r" b="b"/>
              <a:pathLst>
                <a:path w="21300" h="20756" fill="norm" stroke="1" extrusionOk="0">
                  <a:moveTo>
                    <a:pt x="2400" y="20756"/>
                  </a:moveTo>
                  <a:cubicBezTo>
                    <a:pt x="1200" y="20756"/>
                    <a:pt x="1200" y="20756"/>
                    <a:pt x="0" y="19316"/>
                  </a:cubicBezTo>
                  <a:cubicBezTo>
                    <a:pt x="0" y="17876"/>
                    <a:pt x="1200" y="16436"/>
                    <a:pt x="2400" y="16436"/>
                  </a:cubicBezTo>
                  <a:cubicBezTo>
                    <a:pt x="8400" y="13556"/>
                    <a:pt x="13200" y="7796"/>
                    <a:pt x="16800" y="2036"/>
                  </a:cubicBezTo>
                  <a:cubicBezTo>
                    <a:pt x="16800" y="596"/>
                    <a:pt x="19200" y="-844"/>
                    <a:pt x="20400" y="596"/>
                  </a:cubicBezTo>
                  <a:cubicBezTo>
                    <a:pt x="21600" y="596"/>
                    <a:pt x="21600" y="3476"/>
                    <a:pt x="20400" y="4916"/>
                  </a:cubicBezTo>
                  <a:cubicBezTo>
                    <a:pt x="16800" y="12116"/>
                    <a:pt x="10800" y="19316"/>
                    <a:pt x="3600" y="20756"/>
                  </a:cubicBezTo>
                  <a:cubicBezTo>
                    <a:pt x="3600" y="20756"/>
                    <a:pt x="2400" y="20756"/>
                    <a:pt x="2400" y="20756"/>
                  </a:cubicBezTo>
                  <a:close/>
                </a:path>
              </a:pathLst>
            </a:custGeom>
            <a:solidFill>
              <a:srgbClr val="414042"/>
            </a:solidFill>
            <a:ln w="12700" cap="flat">
              <a:noFill/>
              <a:miter lim="400000"/>
            </a:ln>
            <a:effectLst/>
          </p:spPr>
          <p:txBody>
            <a:bodyPr wrap="square" lIns="45719" tIns="45719" rIns="45719" bIns="45719" numCol="1" anchor="t">
              <a:noAutofit/>
            </a:bodyPr>
            <a:lstStyle/>
            <a:p>
              <a:pPr/>
            </a:p>
          </p:txBody>
        </p:sp>
        <p:sp>
          <p:nvSpPr>
            <p:cNvPr id="297" name="Freeform 106"/>
            <p:cNvSpPr/>
            <p:nvPr/>
          </p:nvSpPr>
          <p:spPr>
            <a:xfrm>
              <a:off x="123205" y="119840"/>
              <a:ext cx="123041" cy="114917"/>
            </a:xfrm>
            <a:custGeom>
              <a:avLst/>
              <a:gdLst/>
              <a:ahLst/>
              <a:cxnLst>
                <a:cxn ang="0">
                  <a:pos x="wd2" y="hd2"/>
                </a:cxn>
                <a:cxn ang="5400000">
                  <a:pos x="wd2" y="hd2"/>
                </a:cxn>
                <a:cxn ang="10800000">
                  <a:pos x="wd2" y="hd2"/>
                </a:cxn>
                <a:cxn ang="16200000">
                  <a:pos x="wd2" y="hd2"/>
                </a:cxn>
              </a:cxnLst>
              <a:rect l="0" t="0" r="r" b="b"/>
              <a:pathLst>
                <a:path w="21025" h="21600" fill="norm" stroke="1" extrusionOk="0">
                  <a:moveTo>
                    <a:pt x="2370" y="21600"/>
                  </a:moveTo>
                  <a:cubicBezTo>
                    <a:pt x="1389" y="21600"/>
                    <a:pt x="1389" y="21600"/>
                    <a:pt x="1389" y="21600"/>
                  </a:cubicBezTo>
                  <a:cubicBezTo>
                    <a:pt x="407" y="21600"/>
                    <a:pt x="-575" y="19440"/>
                    <a:pt x="407" y="18360"/>
                  </a:cubicBezTo>
                  <a:cubicBezTo>
                    <a:pt x="3352" y="9720"/>
                    <a:pt x="10225" y="3240"/>
                    <a:pt x="18080" y="0"/>
                  </a:cubicBezTo>
                  <a:cubicBezTo>
                    <a:pt x="20043" y="0"/>
                    <a:pt x="21025" y="1080"/>
                    <a:pt x="21025" y="2160"/>
                  </a:cubicBezTo>
                  <a:cubicBezTo>
                    <a:pt x="21025" y="3240"/>
                    <a:pt x="20043" y="4320"/>
                    <a:pt x="19061" y="4320"/>
                  </a:cubicBezTo>
                  <a:cubicBezTo>
                    <a:pt x="12189" y="6480"/>
                    <a:pt x="6298" y="12960"/>
                    <a:pt x="3352" y="20520"/>
                  </a:cubicBezTo>
                  <a:cubicBezTo>
                    <a:pt x="3352" y="21600"/>
                    <a:pt x="2370" y="21600"/>
                    <a:pt x="2370" y="21600"/>
                  </a:cubicBezTo>
                  <a:close/>
                </a:path>
              </a:pathLst>
            </a:custGeom>
            <a:solidFill>
              <a:srgbClr val="414042"/>
            </a:solidFill>
            <a:ln w="12700" cap="flat">
              <a:noFill/>
              <a:miter lim="400000"/>
            </a:ln>
            <a:effectLst/>
          </p:spPr>
          <p:txBody>
            <a:bodyPr wrap="square" lIns="45719" tIns="45719" rIns="45719" bIns="45719" numCol="1" anchor="t">
              <a:noAutofit/>
            </a:bodyPr>
            <a:lstStyle/>
            <a:p>
              <a:pPr/>
            </a:p>
          </p:txBody>
        </p:sp>
      </p:grpSp>
      <p:sp>
        <p:nvSpPr>
          <p:cNvPr id="299" name="文本框 3"/>
          <p:cNvSpPr txBox="1"/>
          <p:nvPr/>
        </p:nvSpPr>
        <p:spPr>
          <a:xfrm>
            <a:off x="903911" y="3407840"/>
            <a:ext cx="3131374" cy="617362"/>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defRPr sz="1800">
                <a:solidFill>
                  <a:srgbClr val="414042"/>
                </a:solidFill>
              </a:defRPr>
            </a:lvl1pPr>
          </a:lstStyle>
          <a:p>
            <a:pPr/>
            <a:r>
              <a:t>Highly efficient system architecture </a:t>
            </a:r>
          </a:p>
        </p:txBody>
      </p:sp>
      <p:sp>
        <p:nvSpPr>
          <p:cNvPr id="300" name="文本框 3"/>
          <p:cNvSpPr txBox="1"/>
          <p:nvPr/>
        </p:nvSpPr>
        <p:spPr>
          <a:xfrm>
            <a:off x="5726887" y="3379930"/>
            <a:ext cx="3412121" cy="617363"/>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defRPr sz="1800">
                <a:solidFill>
                  <a:srgbClr val="414042"/>
                </a:solidFill>
              </a:defRPr>
            </a:lvl1pPr>
          </a:lstStyle>
          <a:p>
            <a:pPr/>
            <a:r>
              <a:t>Availability of system network and components </a:t>
            </a:r>
          </a:p>
        </p:txBody>
      </p:sp>
      <p:sp>
        <p:nvSpPr>
          <p:cNvPr id="301" name="文本框 3"/>
          <p:cNvSpPr txBox="1"/>
          <p:nvPr/>
        </p:nvSpPr>
        <p:spPr>
          <a:xfrm>
            <a:off x="5726887" y="1809959"/>
            <a:ext cx="3412121" cy="884062"/>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defRPr sz="1800">
                <a:solidFill>
                  <a:srgbClr val="414042"/>
                </a:solidFill>
              </a:defRPr>
            </a:lvl1pPr>
          </a:lstStyle>
          <a:p>
            <a:pPr/>
            <a:r>
              <a:t>Flexible system for Students ,Doctors,AdminsAnd Parent</a:t>
            </a:r>
          </a:p>
        </p:txBody>
      </p:sp>
      <p:sp>
        <p:nvSpPr>
          <p:cNvPr id="302" name="任意多边形 14"/>
          <p:cNvSpPr/>
          <p:nvPr/>
        </p:nvSpPr>
        <p:spPr>
          <a:xfrm>
            <a:off x="3416217" y="412943"/>
            <a:ext cx="2311565" cy="1163838"/>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3142" y="0"/>
                </a:moveTo>
                <a:cubicBezTo>
                  <a:pt x="14693" y="0"/>
                  <a:pt x="16061" y="1104"/>
                  <a:pt x="16868" y="3009"/>
                </a:cubicBezTo>
                <a:lnTo>
                  <a:pt x="17279" y="4237"/>
                </a:lnTo>
                <a:lnTo>
                  <a:pt x="17468" y="4024"/>
                </a:lnTo>
                <a:cubicBezTo>
                  <a:pt x="17824" y="3699"/>
                  <a:pt x="18215" y="3499"/>
                  <a:pt x="18626" y="3499"/>
                </a:cubicBezTo>
                <a:cubicBezTo>
                  <a:pt x="20268" y="3499"/>
                  <a:pt x="21600" y="5369"/>
                  <a:pt x="21600" y="8292"/>
                </a:cubicBezTo>
                <a:cubicBezTo>
                  <a:pt x="21600" y="10118"/>
                  <a:pt x="21080" y="11533"/>
                  <a:pt x="20289" y="12338"/>
                </a:cubicBezTo>
                <a:lnTo>
                  <a:pt x="20272" y="12352"/>
                </a:lnTo>
                <a:lnTo>
                  <a:pt x="20359" y="12821"/>
                </a:lnTo>
                <a:cubicBezTo>
                  <a:pt x="20407" y="13221"/>
                  <a:pt x="20432" y="13642"/>
                  <a:pt x="20432" y="14084"/>
                </a:cubicBezTo>
                <a:cubicBezTo>
                  <a:pt x="20432" y="17616"/>
                  <a:pt x="18822" y="19876"/>
                  <a:pt x="16837" y="19876"/>
                </a:cubicBezTo>
                <a:cubicBezTo>
                  <a:pt x="15844" y="19876"/>
                  <a:pt x="14945" y="18911"/>
                  <a:pt x="14295" y="17704"/>
                </a:cubicBezTo>
                <a:lnTo>
                  <a:pt x="14288" y="17688"/>
                </a:lnTo>
                <a:lnTo>
                  <a:pt x="13985" y="18591"/>
                </a:lnTo>
                <a:cubicBezTo>
                  <a:pt x="13178" y="20496"/>
                  <a:pt x="11810" y="21600"/>
                  <a:pt x="10259" y="21600"/>
                </a:cubicBezTo>
                <a:cubicBezTo>
                  <a:pt x="8398" y="21600"/>
                  <a:pt x="6801" y="18885"/>
                  <a:pt x="6119" y="16509"/>
                </a:cubicBezTo>
                <a:lnTo>
                  <a:pt x="5998" y="15980"/>
                </a:lnTo>
                <a:lnTo>
                  <a:pt x="5605" y="16475"/>
                </a:lnTo>
                <a:cubicBezTo>
                  <a:pt x="5031" y="17059"/>
                  <a:pt x="4339" y="17377"/>
                  <a:pt x="3595" y="17377"/>
                </a:cubicBezTo>
                <a:cubicBezTo>
                  <a:pt x="1610" y="17377"/>
                  <a:pt x="0" y="13515"/>
                  <a:pt x="0" y="11584"/>
                </a:cubicBezTo>
                <a:cubicBezTo>
                  <a:pt x="0" y="9654"/>
                  <a:pt x="1610" y="5792"/>
                  <a:pt x="3595" y="5792"/>
                </a:cubicBezTo>
                <a:cubicBezTo>
                  <a:pt x="3843" y="5792"/>
                  <a:pt x="4085" y="5827"/>
                  <a:pt x="4319" y="5896"/>
                </a:cubicBezTo>
                <a:lnTo>
                  <a:pt x="4352" y="5911"/>
                </a:lnTo>
                <a:lnTo>
                  <a:pt x="4341" y="5792"/>
                </a:lnTo>
                <a:cubicBezTo>
                  <a:pt x="4341" y="3861"/>
                  <a:pt x="5951" y="0"/>
                  <a:pt x="7936" y="0"/>
                </a:cubicBezTo>
                <a:cubicBezTo>
                  <a:pt x="8929" y="0"/>
                  <a:pt x="9827" y="565"/>
                  <a:pt x="10478" y="1572"/>
                </a:cubicBezTo>
                <a:lnTo>
                  <a:pt x="10571" y="1748"/>
                </a:lnTo>
                <a:lnTo>
                  <a:pt x="10629" y="1655"/>
                </a:lnTo>
                <a:cubicBezTo>
                  <a:pt x="11347" y="679"/>
                  <a:pt x="12211" y="0"/>
                  <a:pt x="13142" y="0"/>
                </a:cubicBezTo>
                <a:close/>
              </a:path>
            </a:pathLst>
          </a:custGeom>
          <a:solidFill>
            <a:srgbClr val="F5F2EE"/>
          </a:solidFill>
          <a:ln w="25400">
            <a:solidFill>
              <a:srgbClr val="414042"/>
            </a:solidFill>
          </a:ln>
        </p:spPr>
        <p:txBody>
          <a:bodyPr lIns="45719" rIns="45719" anchor="ctr"/>
          <a:lstStyle/>
          <a:p>
            <a:pPr algn="ctr">
              <a:defRPr>
                <a:solidFill>
                  <a:srgbClr val="414042"/>
                </a:solidFill>
              </a:defRPr>
            </a:pPr>
          </a:p>
        </p:txBody>
      </p:sp>
      <p:sp>
        <p:nvSpPr>
          <p:cNvPr id="303" name="矩形 27"/>
          <p:cNvSpPr txBox="1"/>
          <p:nvPr/>
        </p:nvSpPr>
        <p:spPr>
          <a:xfrm>
            <a:off x="3192114" y="724026"/>
            <a:ext cx="2759768" cy="535940"/>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lgn="ctr">
              <a:defRPr sz="3000">
                <a:solidFill>
                  <a:srgbClr val="C00000"/>
                </a:solidFill>
                <a:latin typeface="Andalus"/>
                <a:ea typeface="Andalus"/>
                <a:cs typeface="Andalus"/>
                <a:sym typeface="Andalus"/>
              </a:defRPr>
            </a:lvl1pPr>
          </a:lstStyle>
          <a:p>
            <a:pPr/>
            <a:r>
              <a:t>Objectives</a:t>
            </a:r>
          </a:p>
        </p:txBody>
      </p:sp>
    </p:spTree>
  </p:cSld>
  <p:clrMapOvr>
    <a:masterClrMapping/>
  </p:clrMapOvr>
  <mc:AlternateContent xmlns:mc="http://schemas.openxmlformats.org/markup-compatibility/2006">
    <mc:Choice xmlns:p14="http://schemas.microsoft.com/office/powerpoint/2010/main" Requires="p14">
      <p:transition spd="slow" advClick="0" advTm="0" p14:dur="1200">
        <p:wipe dir="l"/>
      </p:transition>
    </mc:Choice>
    <mc:Fallback>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05" name="矩形 27"/>
          <p:cNvSpPr txBox="1"/>
          <p:nvPr/>
        </p:nvSpPr>
        <p:spPr>
          <a:xfrm>
            <a:off x="2097291" y="481098"/>
            <a:ext cx="4949418" cy="53594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lgn="ctr">
              <a:defRPr sz="3000">
                <a:solidFill>
                  <a:srgbClr val="C00000"/>
                </a:solidFill>
                <a:latin typeface="Andalus"/>
                <a:ea typeface="Andalus"/>
                <a:cs typeface="Andalus"/>
                <a:sym typeface="Andalus"/>
              </a:defRPr>
            </a:lvl1pPr>
          </a:lstStyle>
          <a:p>
            <a:pPr/>
            <a:r>
              <a:t>System Architecture</a:t>
            </a:r>
          </a:p>
        </p:txBody>
      </p:sp>
      <p:sp>
        <p:nvSpPr>
          <p:cNvPr id="306" name="文本框 7"/>
          <p:cNvSpPr txBox="1"/>
          <p:nvPr/>
        </p:nvSpPr>
        <p:spPr>
          <a:xfrm>
            <a:off x="617963" y="1127430"/>
            <a:ext cx="2517293" cy="350662"/>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defRPr sz="1800">
                <a:solidFill>
                  <a:srgbClr val="005790"/>
                </a:solidFill>
              </a:defRPr>
            </a:lvl1pPr>
          </a:lstStyle>
          <a:p>
            <a:pPr/>
            <a:r>
              <a:t>Mobile Application</a:t>
            </a:r>
          </a:p>
        </p:txBody>
      </p:sp>
      <p:sp>
        <p:nvSpPr>
          <p:cNvPr id="307" name="Google Shape;7573;p144"/>
          <p:cNvSpPr/>
          <p:nvPr/>
        </p:nvSpPr>
        <p:spPr>
          <a:xfrm>
            <a:off x="300644" y="1173811"/>
            <a:ext cx="265424" cy="276570"/>
          </a:xfrm>
          <a:custGeom>
            <a:avLst/>
            <a:gdLst/>
            <a:ahLst/>
            <a:cxnLst>
              <a:cxn ang="0">
                <a:pos x="wd2" y="hd2"/>
              </a:cxn>
              <a:cxn ang="5400000">
                <a:pos x="wd2" y="hd2"/>
              </a:cxn>
              <a:cxn ang="10800000">
                <a:pos x="wd2" y="hd2"/>
              </a:cxn>
              <a:cxn ang="16200000">
                <a:pos x="wd2" y="hd2"/>
              </a:cxn>
            </a:cxnLst>
            <a:rect l="0" t="0" r="r" b="b"/>
            <a:pathLst>
              <a:path w="20643" h="21600" fill="norm" stroke="1" extrusionOk="0">
                <a:moveTo>
                  <a:pt x="15873" y="2566"/>
                </a:moveTo>
                <a:cubicBezTo>
                  <a:pt x="16487" y="2566"/>
                  <a:pt x="17104" y="2810"/>
                  <a:pt x="17567" y="3297"/>
                </a:cubicBezTo>
                <a:cubicBezTo>
                  <a:pt x="18442" y="4214"/>
                  <a:pt x="18442" y="5819"/>
                  <a:pt x="17513" y="6795"/>
                </a:cubicBezTo>
                <a:lnTo>
                  <a:pt x="15436" y="8973"/>
                </a:lnTo>
                <a:cubicBezTo>
                  <a:pt x="15052" y="9375"/>
                  <a:pt x="14505" y="9604"/>
                  <a:pt x="13958" y="9661"/>
                </a:cubicBezTo>
                <a:lnTo>
                  <a:pt x="14233" y="9375"/>
                </a:lnTo>
                <a:cubicBezTo>
                  <a:pt x="14889" y="8685"/>
                  <a:pt x="14889" y="7483"/>
                  <a:pt x="14233" y="6737"/>
                </a:cubicBezTo>
                <a:cubicBezTo>
                  <a:pt x="13877" y="6393"/>
                  <a:pt x="13412" y="6222"/>
                  <a:pt x="12953" y="6222"/>
                </a:cubicBezTo>
                <a:cubicBezTo>
                  <a:pt x="12495" y="6222"/>
                  <a:pt x="12044" y="6393"/>
                  <a:pt x="11716" y="6737"/>
                </a:cubicBezTo>
                <a:lnTo>
                  <a:pt x="11443" y="7024"/>
                </a:lnTo>
                <a:cubicBezTo>
                  <a:pt x="11497" y="6451"/>
                  <a:pt x="11716" y="5878"/>
                  <a:pt x="12099" y="5476"/>
                </a:cubicBezTo>
                <a:lnTo>
                  <a:pt x="14177" y="3297"/>
                </a:lnTo>
                <a:cubicBezTo>
                  <a:pt x="14642" y="2810"/>
                  <a:pt x="15257" y="2566"/>
                  <a:pt x="15873" y="2566"/>
                </a:cubicBezTo>
                <a:close/>
                <a:moveTo>
                  <a:pt x="6686" y="11783"/>
                </a:moveTo>
                <a:lnTo>
                  <a:pt x="6411" y="12012"/>
                </a:lnTo>
                <a:cubicBezTo>
                  <a:pt x="5755" y="12756"/>
                  <a:pt x="5755" y="13961"/>
                  <a:pt x="6411" y="14705"/>
                </a:cubicBezTo>
                <a:cubicBezTo>
                  <a:pt x="6767" y="15049"/>
                  <a:pt x="7232" y="15222"/>
                  <a:pt x="7698" y="15222"/>
                </a:cubicBezTo>
                <a:cubicBezTo>
                  <a:pt x="8161" y="15222"/>
                  <a:pt x="8626" y="15049"/>
                  <a:pt x="8982" y="14705"/>
                </a:cubicBezTo>
                <a:lnTo>
                  <a:pt x="9201" y="14419"/>
                </a:lnTo>
                <a:cubicBezTo>
                  <a:pt x="9310" y="15049"/>
                  <a:pt x="9038" y="15624"/>
                  <a:pt x="8600" y="16083"/>
                </a:cubicBezTo>
                <a:lnTo>
                  <a:pt x="6576" y="18203"/>
                </a:lnTo>
                <a:cubicBezTo>
                  <a:pt x="6083" y="18690"/>
                  <a:pt x="5469" y="18934"/>
                  <a:pt x="4853" y="18934"/>
                </a:cubicBezTo>
                <a:cubicBezTo>
                  <a:pt x="4238" y="18934"/>
                  <a:pt x="3624" y="18690"/>
                  <a:pt x="3131" y="18203"/>
                </a:cubicBezTo>
                <a:cubicBezTo>
                  <a:pt x="2200" y="17229"/>
                  <a:pt x="2200" y="15624"/>
                  <a:pt x="3131" y="14649"/>
                </a:cubicBezTo>
                <a:lnTo>
                  <a:pt x="5208" y="12470"/>
                </a:lnTo>
                <a:cubicBezTo>
                  <a:pt x="5592" y="12012"/>
                  <a:pt x="6139" y="11839"/>
                  <a:pt x="6686" y="11783"/>
                </a:cubicBezTo>
                <a:close/>
                <a:moveTo>
                  <a:pt x="15790" y="0"/>
                </a:moveTo>
                <a:cubicBezTo>
                  <a:pt x="14561" y="0"/>
                  <a:pt x="13330" y="488"/>
                  <a:pt x="12372" y="1463"/>
                </a:cubicBezTo>
                <a:lnTo>
                  <a:pt x="10350" y="3585"/>
                </a:lnTo>
                <a:cubicBezTo>
                  <a:pt x="8982" y="5017"/>
                  <a:pt x="8545" y="7253"/>
                  <a:pt x="9310" y="9088"/>
                </a:cubicBezTo>
                <a:lnTo>
                  <a:pt x="8763" y="9661"/>
                </a:lnTo>
                <a:cubicBezTo>
                  <a:pt x="8189" y="9408"/>
                  <a:pt x="7564" y="9281"/>
                  <a:pt x="6932" y="9281"/>
                </a:cubicBezTo>
                <a:cubicBezTo>
                  <a:pt x="5703" y="9281"/>
                  <a:pt x="4453" y="9765"/>
                  <a:pt x="3514" y="10751"/>
                </a:cubicBezTo>
                <a:lnTo>
                  <a:pt x="1435" y="12929"/>
                </a:lnTo>
                <a:cubicBezTo>
                  <a:pt x="-478" y="14820"/>
                  <a:pt x="-478" y="18088"/>
                  <a:pt x="1435" y="20095"/>
                </a:cubicBezTo>
                <a:cubicBezTo>
                  <a:pt x="2393" y="21098"/>
                  <a:pt x="3624" y="21600"/>
                  <a:pt x="4853" y="21600"/>
                </a:cubicBezTo>
                <a:cubicBezTo>
                  <a:pt x="6083" y="21600"/>
                  <a:pt x="7314" y="21098"/>
                  <a:pt x="8270" y="20095"/>
                </a:cubicBezTo>
                <a:lnTo>
                  <a:pt x="10350" y="17917"/>
                </a:lnTo>
                <a:cubicBezTo>
                  <a:pt x="11716" y="16483"/>
                  <a:pt x="12099" y="14247"/>
                  <a:pt x="11334" y="12412"/>
                </a:cubicBezTo>
                <a:lnTo>
                  <a:pt x="11881" y="11839"/>
                </a:lnTo>
                <a:cubicBezTo>
                  <a:pt x="12492" y="12112"/>
                  <a:pt x="13129" y="12245"/>
                  <a:pt x="13761" y="12245"/>
                </a:cubicBezTo>
                <a:cubicBezTo>
                  <a:pt x="14993" y="12245"/>
                  <a:pt x="16208" y="11735"/>
                  <a:pt x="17185" y="10751"/>
                </a:cubicBezTo>
                <a:lnTo>
                  <a:pt x="19207" y="8629"/>
                </a:lnTo>
                <a:cubicBezTo>
                  <a:pt x="21122" y="6622"/>
                  <a:pt x="21122" y="3470"/>
                  <a:pt x="19207" y="1463"/>
                </a:cubicBezTo>
                <a:cubicBezTo>
                  <a:pt x="18251" y="488"/>
                  <a:pt x="17020" y="0"/>
                  <a:pt x="15790" y="0"/>
                </a:cubicBezTo>
                <a:close/>
              </a:path>
            </a:pathLst>
          </a:custGeom>
          <a:solidFill>
            <a:srgbClr val="C00000"/>
          </a:solidFill>
          <a:ln w="12700">
            <a:miter lim="400000"/>
          </a:ln>
        </p:spPr>
        <p:txBody>
          <a:bodyPr lIns="45719" rIns="45719" anchor="ctr"/>
          <a:lstStyle/>
          <a:p>
            <a:pPr/>
          </a:p>
        </p:txBody>
      </p:sp>
      <p:pic>
        <p:nvPicPr>
          <p:cNvPr id="308" name="Picture 16" descr="Picture 16"/>
          <p:cNvPicPr>
            <a:picLocks noChangeAspect="1"/>
          </p:cNvPicPr>
          <p:nvPr/>
        </p:nvPicPr>
        <p:blipFill>
          <a:blip r:embed="rId2">
            <a:extLst/>
          </a:blip>
          <a:stretch>
            <a:fillRect/>
          </a:stretch>
        </p:blipFill>
        <p:spPr>
          <a:xfrm>
            <a:off x="3367009" y="1127430"/>
            <a:ext cx="4955294" cy="3567137"/>
          </a:xfrm>
          <a:prstGeom prst="rect">
            <a:avLst/>
          </a:prstGeom>
          <a:ln w="12700">
            <a:miter lim="400000"/>
          </a:ln>
        </p:spPr>
      </p:pic>
    </p:spTree>
  </p:cSld>
  <p:clrMapOvr>
    <a:masterClrMapping/>
  </p:clrMapOvr>
  <mc:AlternateContent xmlns:mc="http://schemas.openxmlformats.org/markup-compatibility/2006">
    <mc:Choice xmlns:p14="http://schemas.microsoft.com/office/powerpoint/2010/main" Requires="p14">
      <p:transition spd="slow" advClick="0" advTm="0" p14:dur="1200">
        <p:wipe dir="l"/>
      </p:transition>
    </mc:Choice>
    <mc:Fallback>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10" name="矩形 27"/>
          <p:cNvSpPr txBox="1"/>
          <p:nvPr/>
        </p:nvSpPr>
        <p:spPr>
          <a:xfrm>
            <a:off x="2097291" y="481098"/>
            <a:ext cx="4949418" cy="53594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lgn="ctr">
              <a:defRPr sz="3000">
                <a:solidFill>
                  <a:srgbClr val="C00000"/>
                </a:solidFill>
                <a:latin typeface="Andalus"/>
                <a:ea typeface="Andalus"/>
                <a:cs typeface="Andalus"/>
                <a:sym typeface="Andalus"/>
              </a:defRPr>
            </a:lvl1pPr>
          </a:lstStyle>
          <a:p>
            <a:pPr/>
            <a:r>
              <a:t>System Architecture</a:t>
            </a:r>
          </a:p>
        </p:txBody>
      </p:sp>
      <p:sp>
        <p:nvSpPr>
          <p:cNvPr id="311" name="文本框 7"/>
          <p:cNvSpPr txBox="1"/>
          <p:nvPr/>
        </p:nvSpPr>
        <p:spPr>
          <a:xfrm>
            <a:off x="617963" y="1127430"/>
            <a:ext cx="2517293" cy="350662"/>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p>
            <a:pPr lvl="1">
              <a:defRPr sz="1800">
                <a:solidFill>
                  <a:srgbClr val="005790"/>
                </a:solidFill>
              </a:defRPr>
            </a:pPr>
            <a:r>
              <a:t>Web Application</a:t>
            </a:r>
          </a:p>
        </p:txBody>
      </p:sp>
      <p:sp>
        <p:nvSpPr>
          <p:cNvPr id="312" name="Google Shape;7573;p144"/>
          <p:cNvSpPr/>
          <p:nvPr/>
        </p:nvSpPr>
        <p:spPr>
          <a:xfrm>
            <a:off x="300644" y="1173811"/>
            <a:ext cx="265424" cy="276570"/>
          </a:xfrm>
          <a:custGeom>
            <a:avLst/>
            <a:gdLst/>
            <a:ahLst/>
            <a:cxnLst>
              <a:cxn ang="0">
                <a:pos x="wd2" y="hd2"/>
              </a:cxn>
              <a:cxn ang="5400000">
                <a:pos x="wd2" y="hd2"/>
              </a:cxn>
              <a:cxn ang="10800000">
                <a:pos x="wd2" y="hd2"/>
              </a:cxn>
              <a:cxn ang="16200000">
                <a:pos x="wd2" y="hd2"/>
              </a:cxn>
            </a:cxnLst>
            <a:rect l="0" t="0" r="r" b="b"/>
            <a:pathLst>
              <a:path w="20643" h="21600" fill="norm" stroke="1" extrusionOk="0">
                <a:moveTo>
                  <a:pt x="15873" y="2566"/>
                </a:moveTo>
                <a:cubicBezTo>
                  <a:pt x="16487" y="2566"/>
                  <a:pt x="17104" y="2810"/>
                  <a:pt x="17567" y="3297"/>
                </a:cubicBezTo>
                <a:cubicBezTo>
                  <a:pt x="18442" y="4214"/>
                  <a:pt x="18442" y="5819"/>
                  <a:pt x="17513" y="6795"/>
                </a:cubicBezTo>
                <a:lnTo>
                  <a:pt x="15436" y="8973"/>
                </a:lnTo>
                <a:cubicBezTo>
                  <a:pt x="15052" y="9375"/>
                  <a:pt x="14505" y="9604"/>
                  <a:pt x="13958" y="9661"/>
                </a:cubicBezTo>
                <a:lnTo>
                  <a:pt x="14233" y="9375"/>
                </a:lnTo>
                <a:cubicBezTo>
                  <a:pt x="14889" y="8685"/>
                  <a:pt x="14889" y="7483"/>
                  <a:pt x="14233" y="6737"/>
                </a:cubicBezTo>
                <a:cubicBezTo>
                  <a:pt x="13877" y="6393"/>
                  <a:pt x="13412" y="6222"/>
                  <a:pt x="12953" y="6222"/>
                </a:cubicBezTo>
                <a:cubicBezTo>
                  <a:pt x="12495" y="6222"/>
                  <a:pt x="12044" y="6393"/>
                  <a:pt x="11716" y="6737"/>
                </a:cubicBezTo>
                <a:lnTo>
                  <a:pt x="11443" y="7024"/>
                </a:lnTo>
                <a:cubicBezTo>
                  <a:pt x="11497" y="6451"/>
                  <a:pt x="11716" y="5878"/>
                  <a:pt x="12099" y="5476"/>
                </a:cubicBezTo>
                <a:lnTo>
                  <a:pt x="14177" y="3297"/>
                </a:lnTo>
                <a:cubicBezTo>
                  <a:pt x="14642" y="2810"/>
                  <a:pt x="15257" y="2566"/>
                  <a:pt x="15873" y="2566"/>
                </a:cubicBezTo>
                <a:close/>
                <a:moveTo>
                  <a:pt x="6686" y="11783"/>
                </a:moveTo>
                <a:lnTo>
                  <a:pt x="6411" y="12012"/>
                </a:lnTo>
                <a:cubicBezTo>
                  <a:pt x="5755" y="12756"/>
                  <a:pt x="5755" y="13961"/>
                  <a:pt x="6411" y="14705"/>
                </a:cubicBezTo>
                <a:cubicBezTo>
                  <a:pt x="6767" y="15049"/>
                  <a:pt x="7232" y="15222"/>
                  <a:pt x="7698" y="15222"/>
                </a:cubicBezTo>
                <a:cubicBezTo>
                  <a:pt x="8161" y="15222"/>
                  <a:pt x="8626" y="15049"/>
                  <a:pt x="8982" y="14705"/>
                </a:cubicBezTo>
                <a:lnTo>
                  <a:pt x="9201" y="14419"/>
                </a:lnTo>
                <a:cubicBezTo>
                  <a:pt x="9310" y="15049"/>
                  <a:pt x="9038" y="15624"/>
                  <a:pt x="8600" y="16083"/>
                </a:cubicBezTo>
                <a:lnTo>
                  <a:pt x="6576" y="18203"/>
                </a:lnTo>
                <a:cubicBezTo>
                  <a:pt x="6083" y="18690"/>
                  <a:pt x="5469" y="18934"/>
                  <a:pt x="4853" y="18934"/>
                </a:cubicBezTo>
                <a:cubicBezTo>
                  <a:pt x="4238" y="18934"/>
                  <a:pt x="3624" y="18690"/>
                  <a:pt x="3131" y="18203"/>
                </a:cubicBezTo>
                <a:cubicBezTo>
                  <a:pt x="2200" y="17229"/>
                  <a:pt x="2200" y="15624"/>
                  <a:pt x="3131" y="14649"/>
                </a:cubicBezTo>
                <a:lnTo>
                  <a:pt x="5208" y="12470"/>
                </a:lnTo>
                <a:cubicBezTo>
                  <a:pt x="5592" y="12012"/>
                  <a:pt x="6139" y="11839"/>
                  <a:pt x="6686" y="11783"/>
                </a:cubicBezTo>
                <a:close/>
                <a:moveTo>
                  <a:pt x="15790" y="0"/>
                </a:moveTo>
                <a:cubicBezTo>
                  <a:pt x="14561" y="0"/>
                  <a:pt x="13330" y="488"/>
                  <a:pt x="12372" y="1463"/>
                </a:cubicBezTo>
                <a:lnTo>
                  <a:pt x="10350" y="3585"/>
                </a:lnTo>
                <a:cubicBezTo>
                  <a:pt x="8982" y="5017"/>
                  <a:pt x="8545" y="7253"/>
                  <a:pt x="9310" y="9088"/>
                </a:cubicBezTo>
                <a:lnTo>
                  <a:pt x="8763" y="9661"/>
                </a:lnTo>
                <a:cubicBezTo>
                  <a:pt x="8189" y="9408"/>
                  <a:pt x="7564" y="9281"/>
                  <a:pt x="6932" y="9281"/>
                </a:cubicBezTo>
                <a:cubicBezTo>
                  <a:pt x="5703" y="9281"/>
                  <a:pt x="4453" y="9765"/>
                  <a:pt x="3514" y="10751"/>
                </a:cubicBezTo>
                <a:lnTo>
                  <a:pt x="1435" y="12929"/>
                </a:lnTo>
                <a:cubicBezTo>
                  <a:pt x="-478" y="14820"/>
                  <a:pt x="-478" y="18088"/>
                  <a:pt x="1435" y="20095"/>
                </a:cubicBezTo>
                <a:cubicBezTo>
                  <a:pt x="2393" y="21098"/>
                  <a:pt x="3624" y="21600"/>
                  <a:pt x="4853" y="21600"/>
                </a:cubicBezTo>
                <a:cubicBezTo>
                  <a:pt x="6083" y="21600"/>
                  <a:pt x="7314" y="21098"/>
                  <a:pt x="8270" y="20095"/>
                </a:cubicBezTo>
                <a:lnTo>
                  <a:pt x="10350" y="17917"/>
                </a:lnTo>
                <a:cubicBezTo>
                  <a:pt x="11716" y="16483"/>
                  <a:pt x="12099" y="14247"/>
                  <a:pt x="11334" y="12412"/>
                </a:cubicBezTo>
                <a:lnTo>
                  <a:pt x="11881" y="11839"/>
                </a:lnTo>
                <a:cubicBezTo>
                  <a:pt x="12492" y="12112"/>
                  <a:pt x="13129" y="12245"/>
                  <a:pt x="13761" y="12245"/>
                </a:cubicBezTo>
                <a:cubicBezTo>
                  <a:pt x="14993" y="12245"/>
                  <a:pt x="16208" y="11735"/>
                  <a:pt x="17185" y="10751"/>
                </a:cubicBezTo>
                <a:lnTo>
                  <a:pt x="19207" y="8629"/>
                </a:lnTo>
                <a:cubicBezTo>
                  <a:pt x="21122" y="6622"/>
                  <a:pt x="21122" y="3470"/>
                  <a:pt x="19207" y="1463"/>
                </a:cubicBezTo>
                <a:cubicBezTo>
                  <a:pt x="18251" y="488"/>
                  <a:pt x="17020" y="0"/>
                  <a:pt x="15790" y="0"/>
                </a:cubicBezTo>
                <a:close/>
              </a:path>
            </a:pathLst>
          </a:custGeom>
          <a:solidFill>
            <a:srgbClr val="C00000"/>
          </a:solidFill>
          <a:ln w="12700">
            <a:miter lim="400000"/>
          </a:ln>
        </p:spPr>
        <p:txBody>
          <a:bodyPr lIns="45719" rIns="45719" anchor="ctr"/>
          <a:lstStyle/>
          <a:p>
            <a:pPr/>
          </a:p>
        </p:txBody>
      </p:sp>
      <p:pic>
        <p:nvPicPr>
          <p:cNvPr id="313" name="Picture 16" descr="Picture 16"/>
          <p:cNvPicPr>
            <a:picLocks noChangeAspect="1"/>
          </p:cNvPicPr>
          <p:nvPr/>
        </p:nvPicPr>
        <p:blipFill>
          <a:blip r:embed="rId2">
            <a:extLst/>
          </a:blip>
          <a:stretch>
            <a:fillRect/>
          </a:stretch>
        </p:blipFill>
        <p:spPr>
          <a:xfrm>
            <a:off x="2984905" y="1014681"/>
            <a:ext cx="5586852" cy="3927669"/>
          </a:xfrm>
          <a:prstGeom prst="rect">
            <a:avLst/>
          </a:prstGeom>
          <a:ln w="12700">
            <a:miter lim="400000"/>
          </a:ln>
        </p:spPr>
      </p:pic>
    </p:spTree>
  </p:cSld>
  <p:clrMapOvr>
    <a:masterClrMapping/>
  </p:clrMapOvr>
  <mc:AlternateContent xmlns:mc="http://schemas.openxmlformats.org/markup-compatibility/2006">
    <mc:Choice xmlns:p14="http://schemas.microsoft.com/office/powerpoint/2010/main" Requires="p14">
      <p:transition spd="slow" advClick="0" advTm="0" p14:dur="1200">
        <p:wipe dir="l"/>
      </p:transition>
    </mc:Choice>
    <mc:Fallback>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15" name="Google Shape;1280;p104"/>
          <p:cNvSpPr/>
          <p:nvPr/>
        </p:nvSpPr>
        <p:spPr>
          <a:xfrm>
            <a:off x="939866" y="1622449"/>
            <a:ext cx="984300" cy="984300"/>
          </a:xfrm>
          <a:prstGeom prst="rect">
            <a:avLst/>
          </a:prstGeom>
          <a:solidFill>
            <a:srgbClr val="F5F2EE"/>
          </a:solidFill>
          <a:ln w="28575">
            <a:solidFill>
              <a:schemeClr val="accent1"/>
            </a:solidFill>
          </a:ln>
        </p:spPr>
        <p:txBody>
          <a:bodyPr lIns="45719" rIns="45719" anchor="ctr"/>
          <a:lstStyle/>
          <a:p>
            <a:pPr/>
          </a:p>
        </p:txBody>
      </p:sp>
      <p:sp>
        <p:nvSpPr>
          <p:cNvPr id="316" name="矩形 31"/>
          <p:cNvSpPr txBox="1"/>
          <p:nvPr/>
        </p:nvSpPr>
        <p:spPr>
          <a:xfrm>
            <a:off x="2954184" y="286623"/>
            <a:ext cx="3235630" cy="535940"/>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lgn="ctr">
              <a:defRPr sz="3000">
                <a:solidFill>
                  <a:srgbClr val="C00000"/>
                </a:solidFill>
                <a:latin typeface="Andalus"/>
                <a:ea typeface="Andalus"/>
                <a:cs typeface="Andalus"/>
                <a:sym typeface="Andalus"/>
              </a:defRPr>
            </a:lvl1pPr>
          </a:lstStyle>
          <a:p>
            <a:pPr/>
            <a:r>
              <a:t>Technologies</a:t>
            </a:r>
          </a:p>
        </p:txBody>
      </p:sp>
      <p:sp>
        <p:nvSpPr>
          <p:cNvPr id="317" name="Google Shape;1280;p104"/>
          <p:cNvSpPr/>
          <p:nvPr/>
        </p:nvSpPr>
        <p:spPr>
          <a:xfrm>
            <a:off x="2908464" y="1622449"/>
            <a:ext cx="984300" cy="984300"/>
          </a:xfrm>
          <a:prstGeom prst="rect">
            <a:avLst/>
          </a:prstGeom>
          <a:solidFill>
            <a:srgbClr val="F5F2EE"/>
          </a:solidFill>
          <a:ln w="28575">
            <a:solidFill>
              <a:schemeClr val="accent1"/>
            </a:solidFill>
          </a:ln>
        </p:spPr>
        <p:txBody>
          <a:bodyPr lIns="45719" rIns="45719" anchor="ctr"/>
          <a:lstStyle/>
          <a:p>
            <a:pPr/>
          </a:p>
        </p:txBody>
      </p:sp>
      <p:sp>
        <p:nvSpPr>
          <p:cNvPr id="318" name="Google Shape;1280;p104"/>
          <p:cNvSpPr/>
          <p:nvPr/>
        </p:nvSpPr>
        <p:spPr>
          <a:xfrm>
            <a:off x="4877063" y="1622449"/>
            <a:ext cx="984300" cy="984300"/>
          </a:xfrm>
          <a:prstGeom prst="rect">
            <a:avLst/>
          </a:prstGeom>
          <a:solidFill>
            <a:srgbClr val="F5F2EE"/>
          </a:solidFill>
          <a:ln w="28575">
            <a:solidFill>
              <a:schemeClr val="accent1"/>
            </a:solidFill>
          </a:ln>
        </p:spPr>
        <p:txBody>
          <a:bodyPr lIns="45719" rIns="45719" anchor="ctr"/>
          <a:lstStyle/>
          <a:p>
            <a:pPr/>
          </a:p>
        </p:txBody>
      </p:sp>
      <p:sp>
        <p:nvSpPr>
          <p:cNvPr id="319" name="Google Shape;1280;p104"/>
          <p:cNvSpPr/>
          <p:nvPr/>
        </p:nvSpPr>
        <p:spPr>
          <a:xfrm>
            <a:off x="6845661" y="1622447"/>
            <a:ext cx="984300" cy="984300"/>
          </a:xfrm>
          <a:prstGeom prst="rect">
            <a:avLst/>
          </a:prstGeom>
          <a:solidFill>
            <a:srgbClr val="F5F2EE"/>
          </a:solidFill>
          <a:ln w="28575">
            <a:solidFill>
              <a:schemeClr val="accent1"/>
            </a:solidFill>
          </a:ln>
        </p:spPr>
        <p:txBody>
          <a:bodyPr lIns="45719" rIns="45719" anchor="ctr"/>
          <a:lstStyle/>
          <a:p>
            <a:pPr/>
          </a:p>
        </p:txBody>
      </p:sp>
      <p:pic>
        <p:nvPicPr>
          <p:cNvPr id="320" name="Google Shape;232;p7" descr="Google Shape;232;p7"/>
          <p:cNvPicPr>
            <a:picLocks noChangeAspect="1"/>
          </p:cNvPicPr>
          <p:nvPr/>
        </p:nvPicPr>
        <p:blipFill>
          <a:blip r:embed="rId2">
            <a:extLst/>
          </a:blip>
          <a:srcRect l="0" t="5520" r="0" b="0"/>
          <a:stretch>
            <a:fillRect/>
          </a:stretch>
        </p:blipFill>
        <p:spPr>
          <a:xfrm>
            <a:off x="939866" y="1680048"/>
            <a:ext cx="984300" cy="929976"/>
          </a:xfrm>
          <a:prstGeom prst="rect">
            <a:avLst/>
          </a:prstGeom>
          <a:ln w="12700">
            <a:miter lim="400000"/>
          </a:ln>
        </p:spPr>
      </p:pic>
      <p:pic>
        <p:nvPicPr>
          <p:cNvPr id="321" name="Picture 9" descr="Picture 9"/>
          <p:cNvPicPr>
            <a:picLocks noChangeAspect="1"/>
          </p:cNvPicPr>
          <p:nvPr/>
        </p:nvPicPr>
        <p:blipFill>
          <a:blip r:embed="rId3">
            <a:extLst/>
          </a:blip>
          <a:stretch>
            <a:fillRect/>
          </a:stretch>
        </p:blipFill>
        <p:spPr>
          <a:xfrm>
            <a:off x="3020148" y="1622446"/>
            <a:ext cx="760933" cy="984301"/>
          </a:xfrm>
          <a:prstGeom prst="rect">
            <a:avLst/>
          </a:prstGeom>
          <a:ln w="12700">
            <a:miter lim="400000"/>
          </a:ln>
        </p:spPr>
      </p:pic>
      <p:pic>
        <p:nvPicPr>
          <p:cNvPr id="322" name="Google Shape;234;p7" descr="Google Shape;234;p7"/>
          <p:cNvPicPr>
            <a:picLocks noChangeAspect="1"/>
          </p:cNvPicPr>
          <p:nvPr/>
        </p:nvPicPr>
        <p:blipFill>
          <a:blip r:embed="rId4">
            <a:extLst/>
          </a:blip>
          <a:srcRect l="20792" t="0" r="19986" b="0"/>
          <a:stretch>
            <a:fillRect/>
          </a:stretch>
        </p:blipFill>
        <p:spPr>
          <a:xfrm>
            <a:off x="4976050" y="1700974"/>
            <a:ext cx="784519" cy="827245"/>
          </a:xfrm>
          <a:prstGeom prst="rect">
            <a:avLst/>
          </a:prstGeom>
          <a:ln w="12700">
            <a:miter lim="400000"/>
          </a:ln>
        </p:spPr>
      </p:pic>
      <p:pic>
        <p:nvPicPr>
          <p:cNvPr id="323" name="Picture 78" descr="Picture 78"/>
          <p:cNvPicPr>
            <a:picLocks noChangeAspect="1"/>
          </p:cNvPicPr>
          <p:nvPr/>
        </p:nvPicPr>
        <p:blipFill>
          <a:blip r:embed="rId5">
            <a:extLst/>
          </a:blip>
          <a:stretch>
            <a:fillRect/>
          </a:stretch>
        </p:blipFill>
        <p:spPr>
          <a:xfrm>
            <a:off x="6844756" y="1786363"/>
            <a:ext cx="984300" cy="656467"/>
          </a:xfrm>
          <a:prstGeom prst="rect">
            <a:avLst/>
          </a:prstGeom>
          <a:ln w="12700">
            <a:miter lim="400000"/>
          </a:ln>
        </p:spPr>
      </p:pic>
      <p:sp>
        <p:nvSpPr>
          <p:cNvPr id="324" name="مستطيل 5"/>
          <p:cNvSpPr txBox="1"/>
          <p:nvPr/>
        </p:nvSpPr>
        <p:spPr>
          <a:xfrm>
            <a:off x="1134532" y="2675020"/>
            <a:ext cx="657249" cy="288824"/>
          </a:xfrm>
          <a:prstGeom prst="rect">
            <a:avLst/>
          </a:prstGeom>
          <a:ln w="12700">
            <a:miter lim="400000"/>
          </a:ln>
          <a:extLst>
            <a:ext uri="{C572A759-6A51-4108-AA02-DFA0A04FC94B}">
              <ma14:wrappingTextBoxFlag xmlns:ma14="http://schemas.microsoft.com/office/mac/drawingml/2011/main" val="1"/>
            </a:ext>
          </a:extLst>
        </p:spPr>
        <p:txBody>
          <a:bodyPr wrap="none" lIns="45719" rIns="45719">
            <a:spAutoFit/>
          </a:bodyPr>
          <a:lstStyle>
            <a:lvl1pPr>
              <a:defRPr b="1">
                <a:solidFill>
                  <a:srgbClr val="005790"/>
                </a:solidFill>
              </a:defRPr>
            </a:lvl1pPr>
          </a:lstStyle>
          <a:p>
            <a:pPr/>
            <a:r>
              <a:t>Flutter</a:t>
            </a:r>
          </a:p>
        </p:txBody>
      </p:sp>
      <p:sp>
        <p:nvSpPr>
          <p:cNvPr id="325" name="مستطيل 30"/>
          <p:cNvSpPr txBox="1"/>
          <p:nvPr/>
        </p:nvSpPr>
        <p:spPr>
          <a:xfrm>
            <a:off x="3037406" y="2675020"/>
            <a:ext cx="851804" cy="288824"/>
          </a:xfrm>
          <a:prstGeom prst="rect">
            <a:avLst/>
          </a:prstGeom>
          <a:ln w="12700">
            <a:miter lim="400000"/>
          </a:ln>
          <a:extLst>
            <a:ext uri="{C572A759-6A51-4108-AA02-DFA0A04FC94B}">
              <ma14:wrappingTextBoxFlag xmlns:ma14="http://schemas.microsoft.com/office/mac/drawingml/2011/main" val="1"/>
            </a:ext>
          </a:extLst>
        </p:spPr>
        <p:txBody>
          <a:bodyPr wrap="none" lIns="45719" rIns="45719">
            <a:spAutoFit/>
          </a:bodyPr>
          <a:lstStyle>
            <a:lvl1pPr>
              <a:defRPr b="1">
                <a:solidFill>
                  <a:srgbClr val="005790"/>
                </a:solidFill>
              </a:defRPr>
            </a:lvl1pPr>
          </a:lstStyle>
          <a:p>
            <a:pPr/>
            <a:r>
              <a:t>ASP.NET</a:t>
            </a:r>
          </a:p>
        </p:txBody>
      </p:sp>
      <p:sp>
        <p:nvSpPr>
          <p:cNvPr id="326" name="مستطيل 31"/>
          <p:cNvSpPr txBox="1"/>
          <p:nvPr/>
        </p:nvSpPr>
        <p:spPr>
          <a:xfrm>
            <a:off x="4848057" y="2675020"/>
            <a:ext cx="1227112" cy="288824"/>
          </a:xfrm>
          <a:prstGeom prst="rect">
            <a:avLst/>
          </a:prstGeom>
          <a:ln w="12700">
            <a:miter lim="400000"/>
          </a:ln>
          <a:extLst>
            <a:ext uri="{C572A759-6A51-4108-AA02-DFA0A04FC94B}">
              <ma14:wrappingTextBoxFlag xmlns:ma14="http://schemas.microsoft.com/office/mac/drawingml/2011/main" val="1"/>
            </a:ext>
          </a:extLst>
        </p:spPr>
        <p:txBody>
          <a:bodyPr wrap="none" lIns="45719" rIns="45719">
            <a:spAutoFit/>
          </a:bodyPr>
          <a:lstStyle>
            <a:lvl1pPr>
              <a:defRPr b="1">
                <a:solidFill>
                  <a:srgbClr val="005790"/>
                </a:solidFill>
              </a:defRPr>
            </a:lvl1pPr>
          </a:lstStyle>
          <a:p>
            <a:pPr/>
            <a:r>
              <a:t>Visual Studio</a:t>
            </a:r>
          </a:p>
        </p:txBody>
      </p:sp>
      <p:sp>
        <p:nvSpPr>
          <p:cNvPr id="327" name="مستطيل 32"/>
          <p:cNvSpPr txBox="1"/>
          <p:nvPr/>
        </p:nvSpPr>
        <p:spPr>
          <a:xfrm>
            <a:off x="6998545" y="2675020"/>
            <a:ext cx="775840" cy="288824"/>
          </a:xfrm>
          <a:prstGeom prst="rect">
            <a:avLst/>
          </a:prstGeom>
          <a:ln w="12700">
            <a:miter lim="400000"/>
          </a:ln>
          <a:extLst>
            <a:ext uri="{C572A759-6A51-4108-AA02-DFA0A04FC94B}">
              <ma14:wrappingTextBoxFlag xmlns:ma14="http://schemas.microsoft.com/office/mac/drawingml/2011/main" val="1"/>
            </a:ext>
          </a:extLst>
        </p:spPr>
        <p:txBody>
          <a:bodyPr wrap="none" lIns="45719" rIns="45719">
            <a:spAutoFit/>
          </a:bodyPr>
          <a:lstStyle>
            <a:lvl1pPr>
              <a:defRPr b="1">
                <a:solidFill>
                  <a:srgbClr val="005790"/>
                </a:solidFill>
              </a:defRPr>
            </a:lvl1pPr>
          </a:lstStyle>
          <a:p>
            <a:pPr/>
            <a:r>
              <a:t>Angular</a:t>
            </a:r>
          </a:p>
        </p:txBody>
      </p:sp>
      <p:sp>
        <p:nvSpPr>
          <p:cNvPr id="328" name="مستطيل 6"/>
          <p:cNvSpPr txBox="1"/>
          <p:nvPr/>
        </p:nvSpPr>
        <p:spPr>
          <a:xfrm>
            <a:off x="257611" y="3195734"/>
            <a:ext cx="2064960" cy="797656"/>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marL="171450" indent="-171450">
              <a:buClr>
                <a:srgbClr val="000000"/>
              </a:buClr>
              <a:buSzPct val="100000"/>
              <a:buFont typeface="Arial"/>
              <a:buChar char="•"/>
              <a:defRPr b="1" sz="1200">
                <a:solidFill>
                  <a:srgbClr val="C00000"/>
                </a:solidFill>
              </a:defRPr>
            </a:lvl1pPr>
          </a:lstStyle>
          <a:p>
            <a:pPr/>
            <a:r>
              <a:t>Flutter is an open-source mobile app development framework created by Google.</a:t>
            </a:r>
          </a:p>
        </p:txBody>
      </p:sp>
      <p:sp>
        <p:nvSpPr>
          <p:cNvPr id="329" name="مستطيل 37"/>
          <p:cNvSpPr txBox="1"/>
          <p:nvPr/>
        </p:nvSpPr>
        <p:spPr>
          <a:xfrm>
            <a:off x="2256817" y="3051069"/>
            <a:ext cx="2064961" cy="1153255"/>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marL="171450" indent="-171450">
              <a:buClr>
                <a:srgbClr val="000000"/>
              </a:buClr>
              <a:buSzPct val="100000"/>
              <a:buFont typeface="Arial"/>
              <a:buChar char="•"/>
              <a:defRPr b="1" sz="1200">
                <a:solidFill>
                  <a:srgbClr val="C00000"/>
                </a:solidFill>
              </a:defRPr>
            </a:lvl1pPr>
          </a:lstStyle>
          <a:p>
            <a:pPr/>
            <a:r>
              <a:t>ASP.NET is a web framework designed by Microsoft Inc. that is extensively used to build robust web applications.</a:t>
            </a:r>
          </a:p>
        </p:txBody>
      </p:sp>
      <p:sp>
        <p:nvSpPr>
          <p:cNvPr id="330" name="مستطيل 38"/>
          <p:cNvSpPr txBox="1"/>
          <p:nvPr/>
        </p:nvSpPr>
        <p:spPr>
          <a:xfrm>
            <a:off x="6781478" y="3024201"/>
            <a:ext cx="2064961" cy="975455"/>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marL="171450" indent="-171450">
              <a:buClr>
                <a:srgbClr val="000000"/>
              </a:buClr>
              <a:buSzPct val="100000"/>
              <a:buFont typeface="Arial"/>
              <a:buChar char="•"/>
              <a:defRPr b="1" sz="1200">
                <a:solidFill>
                  <a:srgbClr val="C00000"/>
                </a:solidFill>
              </a:defRPr>
            </a:lvl1pPr>
          </a:lstStyle>
          <a:p>
            <a:pPr/>
            <a:r>
              <a:t>Angular is a popular open-source Typescript framework created by Google for developing web applications.</a:t>
            </a:r>
          </a:p>
        </p:txBody>
      </p:sp>
      <p:sp>
        <p:nvSpPr>
          <p:cNvPr id="331" name="مستطيل 41"/>
          <p:cNvSpPr txBox="1"/>
          <p:nvPr/>
        </p:nvSpPr>
        <p:spPr>
          <a:xfrm>
            <a:off x="4222370" y="3051068"/>
            <a:ext cx="2664812" cy="1508856"/>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marL="171450" indent="-171450">
              <a:buClr>
                <a:srgbClr val="000000"/>
              </a:buClr>
              <a:buSzPct val="100000"/>
              <a:buFont typeface="Arial"/>
              <a:buChar char="•"/>
              <a:defRPr b="1" sz="1200">
                <a:solidFill>
                  <a:srgbClr val="C00000"/>
                </a:solidFill>
              </a:defRPr>
            </a:lvl1pPr>
          </a:lstStyle>
          <a:p>
            <a:pPr/>
            <a:r>
              <a:t>Visual Studio is an Integrated Development Environment(IDE) developed by Microsoft to develop Desktop applications, GUI(Graphical User Interface), console, web applications, mobile applications, cloud, and web services, etc</a:t>
            </a:r>
          </a:p>
        </p:txBody>
      </p:sp>
    </p:spTree>
  </p:cSld>
  <p:clrMapOvr>
    <a:masterClrMapping/>
  </p:clrMapOvr>
  <mc:AlternateContent xmlns:mc="http://schemas.openxmlformats.org/markup-compatibility/2006">
    <mc:Choice xmlns:p14="http://schemas.microsoft.com/office/powerpoint/2010/main" Requires="p14">
      <p:transition spd="slow" advClick="0" advTm="0" p14:dur="1200">
        <p:wipe dir="l"/>
      </p:transition>
    </mc:Choice>
    <mc:Fallback>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33" name="Google Shape;1280;p104"/>
          <p:cNvSpPr/>
          <p:nvPr/>
        </p:nvSpPr>
        <p:spPr>
          <a:xfrm>
            <a:off x="1382234" y="1449649"/>
            <a:ext cx="984300" cy="984300"/>
          </a:xfrm>
          <a:prstGeom prst="rect">
            <a:avLst/>
          </a:prstGeom>
          <a:solidFill>
            <a:srgbClr val="F5F2EE"/>
          </a:solidFill>
          <a:ln w="28575">
            <a:solidFill>
              <a:schemeClr val="accent1"/>
            </a:solidFill>
          </a:ln>
        </p:spPr>
        <p:txBody>
          <a:bodyPr lIns="45719" rIns="45719" anchor="ctr"/>
          <a:lstStyle/>
          <a:p>
            <a:pPr/>
          </a:p>
        </p:txBody>
      </p:sp>
      <p:sp>
        <p:nvSpPr>
          <p:cNvPr id="334" name="矩形 31"/>
          <p:cNvSpPr txBox="1"/>
          <p:nvPr/>
        </p:nvSpPr>
        <p:spPr>
          <a:xfrm>
            <a:off x="2954184" y="286623"/>
            <a:ext cx="3235630" cy="535940"/>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lgn="ctr">
              <a:defRPr sz="3000">
                <a:solidFill>
                  <a:srgbClr val="C00000"/>
                </a:solidFill>
                <a:latin typeface="Andalus"/>
                <a:ea typeface="Andalus"/>
                <a:cs typeface="Andalus"/>
                <a:sym typeface="Andalus"/>
              </a:defRPr>
            </a:lvl1pPr>
          </a:lstStyle>
          <a:p>
            <a:pPr/>
            <a:r>
              <a:t>Technologies</a:t>
            </a:r>
          </a:p>
        </p:txBody>
      </p:sp>
      <p:sp>
        <p:nvSpPr>
          <p:cNvPr id="335" name="Google Shape;1280;p104"/>
          <p:cNvSpPr/>
          <p:nvPr/>
        </p:nvSpPr>
        <p:spPr>
          <a:xfrm>
            <a:off x="3961415" y="1449649"/>
            <a:ext cx="984300" cy="984300"/>
          </a:xfrm>
          <a:prstGeom prst="rect">
            <a:avLst/>
          </a:prstGeom>
          <a:solidFill>
            <a:srgbClr val="F5F2EE"/>
          </a:solidFill>
          <a:ln w="28575">
            <a:solidFill>
              <a:schemeClr val="accent1"/>
            </a:solidFill>
          </a:ln>
        </p:spPr>
        <p:txBody>
          <a:bodyPr lIns="45719" rIns="45719" anchor="ctr"/>
          <a:lstStyle/>
          <a:p>
            <a:pPr/>
          </a:p>
        </p:txBody>
      </p:sp>
      <p:sp>
        <p:nvSpPr>
          <p:cNvPr id="336" name="Google Shape;1280;p104"/>
          <p:cNvSpPr/>
          <p:nvPr/>
        </p:nvSpPr>
        <p:spPr>
          <a:xfrm>
            <a:off x="6540599" y="1449649"/>
            <a:ext cx="984300" cy="984300"/>
          </a:xfrm>
          <a:prstGeom prst="rect">
            <a:avLst/>
          </a:prstGeom>
          <a:solidFill>
            <a:srgbClr val="F5F2EE"/>
          </a:solidFill>
          <a:ln w="28575">
            <a:solidFill>
              <a:schemeClr val="accent1"/>
            </a:solidFill>
          </a:ln>
        </p:spPr>
        <p:txBody>
          <a:bodyPr lIns="45719" rIns="45719" anchor="ctr"/>
          <a:lstStyle/>
          <a:p>
            <a:pPr/>
          </a:p>
        </p:txBody>
      </p:sp>
      <p:pic>
        <p:nvPicPr>
          <p:cNvPr id="337" name="Google Shape;243;p7" descr="Google Shape;243;p7"/>
          <p:cNvPicPr>
            <a:picLocks noChangeAspect="1"/>
          </p:cNvPicPr>
          <p:nvPr/>
        </p:nvPicPr>
        <p:blipFill>
          <a:blip r:embed="rId2">
            <a:extLst/>
          </a:blip>
          <a:stretch>
            <a:fillRect/>
          </a:stretch>
        </p:blipFill>
        <p:spPr>
          <a:xfrm>
            <a:off x="1437686" y="1505099"/>
            <a:ext cx="873394" cy="873394"/>
          </a:xfrm>
          <a:prstGeom prst="rect">
            <a:avLst/>
          </a:prstGeom>
          <a:ln w="12700">
            <a:miter lim="400000"/>
          </a:ln>
        </p:spPr>
      </p:pic>
      <p:pic>
        <p:nvPicPr>
          <p:cNvPr id="338" name="Google Shape;238;p7" descr="Google Shape;238;p7"/>
          <p:cNvPicPr>
            <a:picLocks noChangeAspect="1"/>
          </p:cNvPicPr>
          <p:nvPr/>
        </p:nvPicPr>
        <p:blipFill>
          <a:blip r:embed="rId3">
            <a:extLst/>
          </a:blip>
          <a:stretch>
            <a:fillRect/>
          </a:stretch>
        </p:blipFill>
        <p:spPr>
          <a:xfrm>
            <a:off x="4080959" y="1569192"/>
            <a:ext cx="745207" cy="745207"/>
          </a:xfrm>
          <a:prstGeom prst="rect">
            <a:avLst/>
          </a:prstGeom>
          <a:ln w="12700">
            <a:miter lim="400000"/>
          </a:ln>
        </p:spPr>
      </p:pic>
      <p:pic>
        <p:nvPicPr>
          <p:cNvPr id="339" name="Google Shape;239;p7" descr="Google Shape;239;p7"/>
          <p:cNvPicPr>
            <a:picLocks noChangeAspect="1"/>
          </p:cNvPicPr>
          <p:nvPr/>
        </p:nvPicPr>
        <p:blipFill>
          <a:blip r:embed="rId4">
            <a:extLst/>
          </a:blip>
          <a:stretch>
            <a:fillRect/>
          </a:stretch>
        </p:blipFill>
        <p:spPr>
          <a:xfrm>
            <a:off x="6795882" y="1612444"/>
            <a:ext cx="473735" cy="658707"/>
          </a:xfrm>
          <a:prstGeom prst="rect">
            <a:avLst/>
          </a:prstGeom>
          <a:ln w="12700">
            <a:miter lim="400000"/>
          </a:ln>
        </p:spPr>
      </p:pic>
      <p:sp>
        <p:nvSpPr>
          <p:cNvPr id="340" name="مستطيل 5"/>
          <p:cNvSpPr txBox="1"/>
          <p:nvPr/>
        </p:nvSpPr>
        <p:spPr>
          <a:xfrm>
            <a:off x="1272329" y="2502219"/>
            <a:ext cx="1368274" cy="288825"/>
          </a:xfrm>
          <a:prstGeom prst="rect">
            <a:avLst/>
          </a:prstGeom>
          <a:ln w="12700">
            <a:miter lim="400000"/>
          </a:ln>
          <a:extLst>
            <a:ext uri="{C572A759-6A51-4108-AA02-DFA0A04FC94B}">
              <ma14:wrappingTextBoxFlag xmlns:ma14="http://schemas.microsoft.com/office/mac/drawingml/2011/main" val="1"/>
            </a:ext>
          </a:extLst>
        </p:spPr>
        <p:txBody>
          <a:bodyPr wrap="none" lIns="45719" rIns="45719">
            <a:spAutoFit/>
          </a:bodyPr>
          <a:lstStyle>
            <a:lvl1pPr>
              <a:defRPr b="1">
                <a:solidFill>
                  <a:srgbClr val="005790"/>
                </a:solidFill>
              </a:defRPr>
            </a:lvl1pPr>
          </a:lstStyle>
          <a:p>
            <a:pPr/>
            <a:r>
              <a:t>Android studio</a:t>
            </a:r>
          </a:p>
        </p:txBody>
      </p:sp>
      <p:sp>
        <p:nvSpPr>
          <p:cNvPr id="341" name="مستطيل 30"/>
          <p:cNvSpPr txBox="1"/>
          <p:nvPr/>
        </p:nvSpPr>
        <p:spPr>
          <a:xfrm>
            <a:off x="4082341" y="2502219"/>
            <a:ext cx="835135" cy="288825"/>
          </a:xfrm>
          <a:prstGeom prst="rect">
            <a:avLst/>
          </a:prstGeom>
          <a:ln w="12700">
            <a:miter lim="400000"/>
          </a:ln>
          <a:extLst>
            <a:ext uri="{C572A759-6A51-4108-AA02-DFA0A04FC94B}">
              <ma14:wrappingTextBoxFlag xmlns:ma14="http://schemas.microsoft.com/office/mac/drawingml/2011/main" val="1"/>
            </a:ext>
          </a:extLst>
        </p:spPr>
        <p:txBody>
          <a:bodyPr wrap="none" lIns="45719" rIns="45719">
            <a:spAutoFit/>
          </a:bodyPr>
          <a:lstStyle>
            <a:lvl1pPr>
              <a:defRPr b="1">
                <a:solidFill>
                  <a:srgbClr val="005790"/>
                </a:solidFill>
              </a:defRPr>
            </a:lvl1pPr>
          </a:lstStyle>
          <a:p>
            <a:pPr/>
            <a:r>
              <a:t>StarUML</a:t>
            </a:r>
          </a:p>
        </p:txBody>
      </p:sp>
      <p:sp>
        <p:nvSpPr>
          <p:cNvPr id="342" name="مستطيل 31"/>
          <p:cNvSpPr txBox="1"/>
          <p:nvPr/>
        </p:nvSpPr>
        <p:spPr>
          <a:xfrm>
            <a:off x="6763316" y="2502219"/>
            <a:ext cx="627731" cy="288825"/>
          </a:xfrm>
          <a:prstGeom prst="rect">
            <a:avLst/>
          </a:prstGeom>
          <a:ln w="12700">
            <a:miter lim="400000"/>
          </a:ln>
          <a:extLst>
            <a:ext uri="{C572A759-6A51-4108-AA02-DFA0A04FC94B}">
              <ma14:wrappingTextBoxFlag xmlns:ma14="http://schemas.microsoft.com/office/mac/drawingml/2011/main" val="1"/>
            </a:ext>
          </a:extLst>
        </p:spPr>
        <p:txBody>
          <a:bodyPr wrap="none" lIns="45719" rIns="45719">
            <a:spAutoFit/>
          </a:bodyPr>
          <a:lstStyle>
            <a:lvl1pPr>
              <a:defRPr b="1">
                <a:solidFill>
                  <a:srgbClr val="005790"/>
                </a:solidFill>
              </a:defRPr>
            </a:lvl1pPr>
          </a:lstStyle>
          <a:p>
            <a:pPr/>
            <a:r>
              <a:t>Figma</a:t>
            </a:r>
          </a:p>
        </p:txBody>
      </p:sp>
      <p:sp>
        <p:nvSpPr>
          <p:cNvPr id="343" name="مستطيل 1"/>
          <p:cNvSpPr txBox="1"/>
          <p:nvPr/>
        </p:nvSpPr>
        <p:spPr>
          <a:xfrm>
            <a:off x="813102" y="2995617"/>
            <a:ext cx="2122560" cy="975456"/>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marL="171450" indent="-171450">
              <a:buClr>
                <a:srgbClr val="000000"/>
              </a:buClr>
              <a:buSzPct val="100000"/>
              <a:buFont typeface="Arial"/>
              <a:buChar char="•"/>
              <a:defRPr b="1" sz="1200">
                <a:solidFill>
                  <a:srgbClr val="C00000"/>
                </a:solidFill>
              </a:defRPr>
            </a:lvl1pPr>
          </a:lstStyle>
          <a:p>
            <a:pPr/>
            <a:r>
              <a:t>It provides a powerful code editor with features such as auto-completion, and code navigation to write and maintain code.</a:t>
            </a:r>
          </a:p>
        </p:txBody>
      </p:sp>
      <p:sp>
        <p:nvSpPr>
          <p:cNvPr id="344" name="مستطيل 29"/>
          <p:cNvSpPr txBox="1"/>
          <p:nvPr/>
        </p:nvSpPr>
        <p:spPr>
          <a:xfrm>
            <a:off x="5971466" y="2995617"/>
            <a:ext cx="2122561" cy="1153256"/>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marL="171450" indent="-171450">
              <a:buClr>
                <a:srgbClr val="000000"/>
              </a:buClr>
              <a:buSzPct val="100000"/>
              <a:buFont typeface="Arial"/>
              <a:buChar char="•"/>
              <a:defRPr b="1" sz="1200">
                <a:solidFill>
                  <a:srgbClr val="C00000"/>
                </a:solidFill>
              </a:defRPr>
            </a:lvl1pPr>
          </a:lstStyle>
          <a:p>
            <a:pPr/>
            <a:r>
              <a:t>Figma is a collaborative browser-based interface design tool, with additional offline features enabled by desktop applications</a:t>
            </a:r>
          </a:p>
        </p:txBody>
      </p:sp>
      <p:sp>
        <p:nvSpPr>
          <p:cNvPr id="345" name="مستطيل 36"/>
          <p:cNvSpPr txBox="1"/>
          <p:nvPr/>
        </p:nvSpPr>
        <p:spPr>
          <a:xfrm>
            <a:off x="3597119" y="2995617"/>
            <a:ext cx="2122561" cy="1508856"/>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marL="171450" indent="-171450">
              <a:buClr>
                <a:srgbClr val="000000"/>
              </a:buClr>
              <a:buSzPct val="100000"/>
              <a:buFont typeface="Arial"/>
              <a:buChar char="•"/>
              <a:defRPr b="1" sz="1200">
                <a:solidFill>
                  <a:srgbClr val="C00000"/>
                </a:solidFill>
              </a:defRPr>
            </a:lvl1pPr>
          </a:lstStyle>
          <a:p>
            <a:pPr/>
            <a:r>
              <a:t>StarUML is a software engineering tool for system modeling using the Unified Modeling Language, as well as Systems Modeling Language, and classical modeling notations.</a:t>
            </a:r>
          </a:p>
        </p:txBody>
      </p:sp>
    </p:spTree>
  </p:cSld>
  <p:clrMapOvr>
    <a:masterClrMapping/>
  </p:clrMapOvr>
  <mc:AlternateContent xmlns:mc="http://schemas.openxmlformats.org/markup-compatibility/2006">
    <mc:Choice xmlns:p14="http://schemas.microsoft.com/office/powerpoint/2010/main" Requires="p14">
      <p:transition spd="slow" advClick="0" advTm="0" p14:dur="1200">
        <p:wipe dir="l"/>
      </p:transition>
    </mc:Choice>
    <mc:Fallback>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47" name="مستطيل 5"/>
          <p:cNvSpPr txBox="1"/>
          <p:nvPr/>
        </p:nvSpPr>
        <p:spPr>
          <a:xfrm>
            <a:off x="3010027" y="315461"/>
            <a:ext cx="3123947" cy="535941"/>
          </a:xfrm>
          <a:prstGeom prst="rect">
            <a:avLst/>
          </a:prstGeom>
          <a:ln w="12700">
            <a:miter lim="400000"/>
          </a:ln>
          <a:extLst>
            <a:ext uri="{C572A759-6A51-4108-AA02-DFA0A04FC94B}">
              <ma14:wrappingTextBoxFlag xmlns:ma14="http://schemas.microsoft.com/office/mac/drawingml/2011/main" val="1"/>
            </a:ext>
          </a:extLst>
        </p:spPr>
        <p:txBody>
          <a:bodyPr wrap="none" lIns="45719" rIns="45719">
            <a:spAutoFit/>
          </a:bodyPr>
          <a:lstStyle>
            <a:lvl1pPr algn="ctr">
              <a:defRPr sz="3000">
                <a:solidFill>
                  <a:srgbClr val="C00000"/>
                </a:solidFill>
                <a:latin typeface="Andalus"/>
                <a:ea typeface="Andalus"/>
                <a:cs typeface="Andalus"/>
                <a:sym typeface="Andalus"/>
              </a:defRPr>
            </a:lvl1pPr>
          </a:lstStyle>
          <a:p>
            <a:pPr/>
            <a:r>
              <a:t>Usecase Diagram</a:t>
            </a:r>
          </a:p>
        </p:txBody>
      </p:sp>
      <p:pic>
        <p:nvPicPr>
          <p:cNvPr id="348" name="Picture 12" descr="Picture 12"/>
          <p:cNvPicPr>
            <a:picLocks noChangeAspect="1"/>
          </p:cNvPicPr>
          <p:nvPr/>
        </p:nvPicPr>
        <p:blipFill>
          <a:blip r:embed="rId2">
            <a:extLst/>
          </a:blip>
          <a:stretch>
            <a:fillRect/>
          </a:stretch>
        </p:blipFill>
        <p:spPr>
          <a:xfrm>
            <a:off x="1359661" y="819476"/>
            <a:ext cx="6424677" cy="4094963"/>
          </a:xfrm>
          <a:prstGeom prst="rect">
            <a:avLst/>
          </a:prstGeom>
          <a:ln w="12700">
            <a:miter lim="400000"/>
          </a:ln>
        </p:spPr>
      </p:pic>
    </p:spTree>
  </p:cSld>
  <p:clrMapOvr>
    <a:masterClrMapping/>
  </p:clrMapOvr>
  <mc:AlternateContent xmlns:mc="http://schemas.openxmlformats.org/markup-compatibility/2006">
    <mc:Choice xmlns:p14="http://schemas.microsoft.com/office/powerpoint/2010/main" Requires="p14">
      <p:transition spd="slow" advClick="0" advTm="0" p14:dur="1200">
        <p:wipe dir="l"/>
      </p:transition>
    </mc:Choice>
    <mc:Fallback>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50" name="مستطيل 3"/>
          <p:cNvSpPr txBox="1"/>
          <p:nvPr/>
        </p:nvSpPr>
        <p:spPr>
          <a:xfrm>
            <a:off x="3147757" y="329862"/>
            <a:ext cx="2848484" cy="535941"/>
          </a:xfrm>
          <a:prstGeom prst="rect">
            <a:avLst/>
          </a:prstGeom>
          <a:ln w="12700">
            <a:miter lim="400000"/>
          </a:ln>
          <a:extLst>
            <a:ext uri="{C572A759-6A51-4108-AA02-DFA0A04FC94B}">
              <ma14:wrappingTextBoxFlag xmlns:ma14="http://schemas.microsoft.com/office/mac/drawingml/2011/main" val="1"/>
            </a:ext>
          </a:extLst>
        </p:spPr>
        <p:txBody>
          <a:bodyPr wrap="none" lIns="45719" rIns="45719">
            <a:spAutoFit/>
          </a:bodyPr>
          <a:lstStyle>
            <a:lvl1pPr algn="ctr">
              <a:defRPr sz="3000">
                <a:solidFill>
                  <a:srgbClr val="C00000"/>
                </a:solidFill>
                <a:latin typeface="Andalus"/>
                <a:ea typeface="Andalus"/>
                <a:cs typeface="Andalus"/>
                <a:sym typeface="Andalus"/>
              </a:defRPr>
            </a:lvl1pPr>
          </a:lstStyle>
          <a:p>
            <a:pPr/>
            <a:r>
              <a:t>Activity Diagram</a:t>
            </a:r>
          </a:p>
        </p:txBody>
      </p:sp>
      <p:pic>
        <p:nvPicPr>
          <p:cNvPr id="351" name="Picture 12" descr="Picture 12"/>
          <p:cNvPicPr>
            <a:picLocks noChangeAspect="1"/>
          </p:cNvPicPr>
          <p:nvPr/>
        </p:nvPicPr>
        <p:blipFill>
          <a:blip r:embed="rId2">
            <a:extLst/>
          </a:blip>
          <a:stretch>
            <a:fillRect/>
          </a:stretch>
        </p:blipFill>
        <p:spPr>
          <a:xfrm>
            <a:off x="1903401" y="799089"/>
            <a:ext cx="5337196" cy="4050549"/>
          </a:xfrm>
          <a:prstGeom prst="rect">
            <a:avLst/>
          </a:prstGeom>
          <a:ln w="12700">
            <a:miter lim="400000"/>
          </a:ln>
        </p:spPr>
      </p:pic>
    </p:spTree>
  </p:cSld>
  <p:clrMapOvr>
    <a:masterClrMapping/>
  </p:clrMapOvr>
  <mc:AlternateContent xmlns:mc="http://schemas.openxmlformats.org/markup-compatibility/2006">
    <mc:Choice xmlns:p14="http://schemas.microsoft.com/office/powerpoint/2010/main" Requires="p14">
      <p:transition spd="slow" advClick="0" advTm="0" p14:dur="1200">
        <p:wipe dir="l"/>
      </p:transition>
    </mc:Choice>
    <mc:Fallback>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53" name="矩形 37"/>
          <p:cNvSpPr txBox="1"/>
          <p:nvPr/>
        </p:nvSpPr>
        <p:spPr>
          <a:xfrm>
            <a:off x="2597748" y="363743"/>
            <a:ext cx="3948504" cy="53594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lgn="ctr">
              <a:defRPr sz="3000">
                <a:solidFill>
                  <a:srgbClr val="C00000"/>
                </a:solidFill>
                <a:latin typeface="Andalus"/>
                <a:ea typeface="Andalus"/>
                <a:cs typeface="Andalus"/>
                <a:sym typeface="Andalus"/>
              </a:defRPr>
            </a:lvl1pPr>
          </a:lstStyle>
          <a:p>
            <a:pPr/>
            <a:r>
              <a:t>UI/UX for web app</a:t>
            </a:r>
          </a:p>
        </p:txBody>
      </p:sp>
      <p:pic>
        <p:nvPicPr>
          <p:cNvPr id="354" name="Picture 2" descr="Picture 2"/>
          <p:cNvPicPr>
            <a:picLocks noChangeAspect="1"/>
          </p:cNvPicPr>
          <p:nvPr/>
        </p:nvPicPr>
        <p:blipFill>
          <a:blip r:embed="rId2">
            <a:extLst/>
          </a:blip>
          <a:stretch>
            <a:fillRect/>
          </a:stretch>
        </p:blipFill>
        <p:spPr>
          <a:xfrm>
            <a:off x="274884" y="1017032"/>
            <a:ext cx="4297116" cy="3233885"/>
          </a:xfrm>
          <a:prstGeom prst="rect">
            <a:avLst/>
          </a:prstGeom>
          <a:ln w="12700">
            <a:miter lim="400000"/>
          </a:ln>
        </p:spPr>
      </p:pic>
      <p:pic>
        <p:nvPicPr>
          <p:cNvPr id="355" name="Picture 17" descr="Picture 17"/>
          <p:cNvPicPr>
            <a:picLocks noChangeAspect="1"/>
          </p:cNvPicPr>
          <p:nvPr/>
        </p:nvPicPr>
        <p:blipFill>
          <a:blip r:embed="rId3">
            <a:extLst/>
          </a:blip>
          <a:stretch>
            <a:fillRect/>
          </a:stretch>
        </p:blipFill>
        <p:spPr>
          <a:xfrm>
            <a:off x="4936997" y="1015454"/>
            <a:ext cx="3667004" cy="3235463"/>
          </a:xfrm>
          <a:prstGeom prst="rect">
            <a:avLst/>
          </a:prstGeom>
          <a:ln w="12700">
            <a:miter lim="400000"/>
          </a:ln>
        </p:spPr>
      </p:pic>
      <p:sp>
        <p:nvSpPr>
          <p:cNvPr id="356" name="Text Box 1"/>
          <p:cNvSpPr txBox="1"/>
          <p:nvPr/>
        </p:nvSpPr>
        <p:spPr>
          <a:xfrm>
            <a:off x="45719" y="4250690"/>
            <a:ext cx="4480562" cy="62484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defRPr b="1" sz="1800">
                <a:solidFill>
                  <a:srgbClr val="C00000"/>
                </a:solidFill>
                <a:latin typeface="Vidaloka"/>
                <a:ea typeface="Vidaloka"/>
                <a:cs typeface="Vidaloka"/>
                <a:sym typeface="Vidaloka"/>
              </a:defRPr>
            </a:lvl1pPr>
          </a:lstStyle>
          <a:p>
            <a:pPr/>
            <a:r>
              <a:t>Students can get their lectures, attendance, time table and results .</a:t>
            </a:r>
          </a:p>
        </p:txBody>
      </p:sp>
      <p:sp>
        <p:nvSpPr>
          <p:cNvPr id="357" name="Text Box 2"/>
          <p:cNvSpPr txBox="1"/>
          <p:nvPr/>
        </p:nvSpPr>
        <p:spPr>
          <a:xfrm>
            <a:off x="4617085" y="4250690"/>
            <a:ext cx="4687570" cy="617362"/>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defRPr b="1" sz="1800">
                <a:solidFill>
                  <a:srgbClr val="C00000"/>
                </a:solidFill>
              </a:defRPr>
            </a:lvl1pPr>
          </a:lstStyle>
          <a:p>
            <a:pPr/>
            <a:r>
              <a:t>Admin can add lectures and assignments to students .</a:t>
            </a:r>
          </a:p>
        </p:txBody>
      </p:sp>
    </p:spTree>
  </p:cSld>
  <p:clrMapOvr>
    <a:masterClrMapping/>
  </p:clrMapOvr>
  <mc:AlternateContent xmlns:mc="http://schemas.openxmlformats.org/markup-compatibility/2006">
    <mc:Choice xmlns:p14="http://schemas.microsoft.com/office/powerpoint/2010/main" Requires="p14">
      <p:transition spd="slow" advClick="0" advTm="0" p14:dur="1200">
        <p:wipe dir="l"/>
      </p:transition>
    </mc:Choice>
    <mc:Fallback>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59" name="矩形 37"/>
          <p:cNvSpPr txBox="1"/>
          <p:nvPr/>
        </p:nvSpPr>
        <p:spPr>
          <a:xfrm>
            <a:off x="2597748" y="363743"/>
            <a:ext cx="3948504" cy="53594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lgn="ctr">
              <a:defRPr sz="3000">
                <a:solidFill>
                  <a:srgbClr val="C00000"/>
                </a:solidFill>
                <a:latin typeface="Andalus"/>
                <a:ea typeface="Andalus"/>
                <a:cs typeface="Andalus"/>
                <a:sym typeface="Andalus"/>
              </a:defRPr>
            </a:lvl1pPr>
          </a:lstStyle>
          <a:p>
            <a:pPr/>
            <a:r>
              <a:t>UI/UX for web app</a:t>
            </a:r>
          </a:p>
        </p:txBody>
      </p:sp>
      <p:pic>
        <p:nvPicPr>
          <p:cNvPr id="360" name="Picture 16" descr="Picture 16"/>
          <p:cNvPicPr>
            <a:picLocks noChangeAspect="1"/>
          </p:cNvPicPr>
          <p:nvPr/>
        </p:nvPicPr>
        <p:blipFill>
          <a:blip r:embed="rId2">
            <a:extLst/>
          </a:blip>
          <a:stretch>
            <a:fillRect/>
          </a:stretch>
        </p:blipFill>
        <p:spPr>
          <a:xfrm>
            <a:off x="241650" y="917742"/>
            <a:ext cx="6717601" cy="3754724"/>
          </a:xfrm>
          <a:prstGeom prst="rect">
            <a:avLst/>
          </a:prstGeom>
          <a:ln w="12700">
            <a:miter lim="400000"/>
          </a:ln>
        </p:spPr>
      </p:pic>
      <p:sp>
        <p:nvSpPr>
          <p:cNvPr id="361" name="Text Box 1"/>
          <p:cNvSpPr txBox="1"/>
          <p:nvPr/>
        </p:nvSpPr>
        <p:spPr>
          <a:xfrm>
            <a:off x="7004685" y="1602739"/>
            <a:ext cx="2105026" cy="1684163"/>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defRPr b="1" sz="1800">
                <a:solidFill>
                  <a:srgbClr val="C00000"/>
                </a:solidFill>
              </a:defRPr>
            </a:lvl1pPr>
          </a:lstStyle>
          <a:p>
            <a:pPr/>
            <a:r>
              <a:t>Doctor can log in to his spcific subjects and  upload lectures and posts to students .</a:t>
            </a:r>
          </a:p>
        </p:txBody>
      </p:sp>
    </p:spTree>
  </p:cSld>
  <p:clrMapOvr>
    <a:masterClrMapping/>
  </p:clrMapOvr>
  <mc:AlternateContent xmlns:mc="http://schemas.openxmlformats.org/markup-compatibility/2006">
    <mc:Choice xmlns:p14="http://schemas.microsoft.com/office/powerpoint/2010/main" Requires="p14">
      <p:transition spd="slow" advClick="0" advTm="0" p14:dur="1200">
        <p:wipe dir="l"/>
      </p:transition>
    </mc:Choice>
    <mc:Fallback>
      <p:transition spd="slow">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63" name="مستطيل 8"/>
          <p:cNvSpPr txBox="1"/>
          <p:nvPr/>
        </p:nvSpPr>
        <p:spPr>
          <a:xfrm>
            <a:off x="3064890" y="401861"/>
            <a:ext cx="3014219" cy="535941"/>
          </a:xfrm>
          <a:prstGeom prst="rect">
            <a:avLst/>
          </a:prstGeom>
          <a:ln w="12700">
            <a:miter lim="400000"/>
          </a:ln>
          <a:extLst>
            <a:ext uri="{C572A759-6A51-4108-AA02-DFA0A04FC94B}">
              <ma14:wrappingTextBoxFlag xmlns:ma14="http://schemas.microsoft.com/office/mac/drawingml/2011/main" val="1"/>
            </a:ext>
          </a:extLst>
        </p:spPr>
        <p:txBody>
          <a:bodyPr wrap="none" lIns="45719" rIns="45719">
            <a:spAutoFit/>
          </a:bodyPr>
          <a:lstStyle>
            <a:lvl1pPr algn="ctr">
              <a:defRPr sz="3000">
                <a:solidFill>
                  <a:srgbClr val="C00000"/>
                </a:solidFill>
                <a:latin typeface="Andalus"/>
                <a:ea typeface="Andalus"/>
                <a:cs typeface="Andalus"/>
                <a:sym typeface="Andalus"/>
              </a:defRPr>
            </a:lvl1pPr>
          </a:lstStyle>
          <a:p>
            <a:pPr/>
            <a:r>
              <a:t>UI/UX For Mobile</a:t>
            </a:r>
          </a:p>
        </p:txBody>
      </p:sp>
      <p:sp>
        <p:nvSpPr>
          <p:cNvPr id="364" name="矩形 23"/>
          <p:cNvSpPr/>
          <p:nvPr/>
        </p:nvSpPr>
        <p:spPr>
          <a:xfrm>
            <a:off x="2639341" y="981395"/>
            <a:ext cx="3865319" cy="3760244"/>
          </a:xfrm>
          <a:prstGeom prst="rect">
            <a:avLst/>
          </a:prstGeom>
          <a:ln w="28575">
            <a:solidFill>
              <a:srgbClr val="414042"/>
            </a:solidFill>
            <a:prstDash val="sysDash"/>
          </a:ln>
        </p:spPr>
        <p:txBody>
          <a:bodyPr lIns="45719" rIns="45719" anchor="ctr"/>
          <a:lstStyle/>
          <a:p>
            <a:pPr algn="ctr">
              <a:defRPr>
                <a:solidFill>
                  <a:srgbClr val="414042"/>
                </a:solidFill>
              </a:defRPr>
            </a:pPr>
          </a:p>
        </p:txBody>
      </p:sp>
      <p:pic>
        <p:nvPicPr>
          <p:cNvPr id="365" name="Picture 18" descr="Picture 18"/>
          <p:cNvPicPr>
            <a:picLocks noChangeAspect="1"/>
          </p:cNvPicPr>
          <p:nvPr/>
        </p:nvPicPr>
        <p:blipFill>
          <a:blip r:embed="rId2">
            <a:extLst/>
          </a:blip>
          <a:stretch>
            <a:fillRect/>
          </a:stretch>
        </p:blipFill>
        <p:spPr>
          <a:xfrm>
            <a:off x="2776698" y="1095278"/>
            <a:ext cx="3590600" cy="3532475"/>
          </a:xfrm>
          <a:prstGeom prst="rect">
            <a:avLst/>
          </a:prstGeom>
          <a:ln w="12700">
            <a:miter lim="400000"/>
          </a:ln>
        </p:spPr>
      </p:pic>
    </p:spTree>
  </p:cSld>
  <p:clrMapOvr>
    <a:masterClrMapping/>
  </p:clrMapOvr>
  <mc:AlternateContent xmlns:mc="http://schemas.openxmlformats.org/markup-compatibility/2006">
    <mc:Choice xmlns:p14="http://schemas.microsoft.com/office/powerpoint/2010/main" Requires="p14">
      <p:transition spd="slow" advClick="0" advTm="0" p14:dur="1200">
        <p:wipe dir="l"/>
      </p:transition>
    </mc:Choice>
    <mc:Fallback>
      <p:transition spd="slow">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67" name="Title 1"/>
          <p:cNvSpPr txBox="1"/>
          <p:nvPr>
            <p:ph type="ctrTitle"/>
          </p:nvPr>
        </p:nvSpPr>
        <p:spPr>
          <a:xfrm>
            <a:off x="4328159" y="4112259"/>
            <a:ext cx="4938396" cy="716281"/>
          </a:xfrm>
          <a:prstGeom prst="rect">
            <a:avLst/>
          </a:prstGeom>
        </p:spPr>
        <p:txBody>
          <a:bodyPr/>
          <a:lstStyle>
            <a:lvl1pPr defTabSz="868680">
              <a:defRPr b="1" sz="1710">
                <a:solidFill>
                  <a:srgbClr val="C00000"/>
                </a:solidFill>
              </a:defRPr>
            </a:lvl1pPr>
          </a:lstStyle>
          <a:p>
            <a:pPr rtl="0">
              <a:defRPr/>
            </a:pPr>
            <a:r>
              <a:t>Doctor can log in to his spcific subjects and  upload lectures and posts to students .</a:t>
            </a:r>
          </a:p>
        </p:txBody>
      </p:sp>
      <p:sp>
        <p:nvSpPr>
          <p:cNvPr id="368" name="Subtitle 2"/>
          <p:cNvSpPr txBox="1"/>
          <p:nvPr>
            <p:ph type="subTitle" sz="quarter" idx="1"/>
          </p:nvPr>
        </p:nvSpPr>
        <p:spPr>
          <a:xfrm>
            <a:off x="635" y="839469"/>
            <a:ext cx="4327526" cy="704851"/>
          </a:xfrm>
          <a:prstGeom prst="rect">
            <a:avLst/>
          </a:prstGeom>
        </p:spPr>
        <p:txBody>
          <a:bodyPr/>
          <a:lstStyle>
            <a:lvl1pPr marL="325754" indent="-217170" algn="l" defTabSz="868680">
              <a:defRPr b="1" sz="1710">
                <a:solidFill>
                  <a:srgbClr val="C00000"/>
                </a:solidFill>
                <a:latin typeface="Vidaloka"/>
                <a:ea typeface="Vidaloka"/>
                <a:cs typeface="Vidaloka"/>
                <a:sym typeface="Vidaloka"/>
              </a:defRPr>
            </a:lvl1pPr>
          </a:lstStyle>
          <a:p>
            <a:pPr rtl="0">
              <a:defRPr/>
            </a:pPr>
            <a:r>
              <a:t>Students can get their lectures, attendance, timetable and results .</a:t>
            </a:r>
          </a:p>
        </p:txBody>
      </p:sp>
      <p:sp>
        <p:nvSpPr>
          <p:cNvPr id="369" name="矩形 37"/>
          <p:cNvSpPr txBox="1"/>
          <p:nvPr/>
        </p:nvSpPr>
        <p:spPr>
          <a:xfrm>
            <a:off x="2597748" y="363744"/>
            <a:ext cx="3948504" cy="53594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lgn="ctr">
              <a:defRPr sz="3000">
                <a:solidFill>
                  <a:srgbClr val="C00000"/>
                </a:solidFill>
                <a:latin typeface="Andalus"/>
                <a:ea typeface="Andalus"/>
                <a:cs typeface="Andalus"/>
                <a:sym typeface="Andalus"/>
              </a:defRPr>
            </a:lvl1pPr>
          </a:lstStyle>
          <a:p>
            <a:pPr/>
            <a:r>
              <a:t>UI/UX for Mobile app</a:t>
            </a:r>
          </a:p>
        </p:txBody>
      </p:sp>
      <p:pic>
        <p:nvPicPr>
          <p:cNvPr id="370" name="Picture 19" descr="Picture 19"/>
          <p:cNvPicPr>
            <a:picLocks noChangeAspect="1"/>
          </p:cNvPicPr>
          <p:nvPr/>
        </p:nvPicPr>
        <p:blipFill>
          <a:blip r:embed="rId2">
            <a:extLst/>
          </a:blip>
          <a:stretch>
            <a:fillRect/>
          </a:stretch>
        </p:blipFill>
        <p:spPr>
          <a:xfrm>
            <a:off x="353695" y="1544319"/>
            <a:ext cx="3297555" cy="3173097"/>
          </a:xfrm>
          <a:prstGeom prst="rect">
            <a:avLst/>
          </a:prstGeom>
          <a:ln w="12700">
            <a:miter lim="400000"/>
          </a:ln>
        </p:spPr>
      </p:pic>
      <p:pic>
        <p:nvPicPr>
          <p:cNvPr id="371" name="Picture 20" descr="Picture 20"/>
          <p:cNvPicPr>
            <a:picLocks noChangeAspect="1"/>
          </p:cNvPicPr>
          <p:nvPr/>
        </p:nvPicPr>
        <p:blipFill>
          <a:blip r:embed="rId3">
            <a:extLst/>
          </a:blip>
          <a:stretch>
            <a:fillRect/>
          </a:stretch>
        </p:blipFill>
        <p:spPr>
          <a:xfrm>
            <a:off x="5170170" y="918210"/>
            <a:ext cx="3254376" cy="3101976"/>
          </a:xfrm>
          <a:prstGeom prst="rect">
            <a:avLst/>
          </a:prstGeom>
          <a:ln w="12700">
            <a:miter lim="400000"/>
          </a:ln>
        </p:spPr>
      </p:pic>
    </p:spTree>
  </p:cSld>
  <p:clrMapOvr>
    <a:masterClrMapping/>
  </p:clrMapOvr>
  <mc:AlternateContent xmlns:mc="http://schemas.openxmlformats.org/markup-compatibility/2006">
    <mc:Choice xmlns:p14="http://schemas.microsoft.com/office/powerpoint/2010/main" Requires="p14">
      <p:transition spd="slow" advClick="0" advTm="0" p14:dur="1200">
        <p:wipe dir="l"/>
      </p:transition>
    </mc:Choice>
    <mc:Fallback>
      <p:transition spd="slow">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73" name="Title 1"/>
          <p:cNvSpPr txBox="1"/>
          <p:nvPr>
            <p:ph type="ctrTitle"/>
          </p:nvPr>
        </p:nvSpPr>
        <p:spPr>
          <a:xfrm>
            <a:off x="4800600" y="786765"/>
            <a:ext cx="4218305" cy="702311"/>
          </a:xfrm>
          <a:prstGeom prst="rect">
            <a:avLst/>
          </a:prstGeom>
        </p:spPr>
        <p:txBody>
          <a:bodyPr/>
          <a:lstStyle>
            <a:lvl1pPr algn="l" defTabSz="896111">
              <a:defRPr sz="1764">
                <a:solidFill>
                  <a:srgbClr val="C00000"/>
                </a:solidFill>
              </a:defRPr>
            </a:lvl1pPr>
          </a:lstStyle>
          <a:p>
            <a:pPr rtl="0">
              <a:defRPr/>
            </a:pPr>
            <a:r>
              <a:t>Parents can keep track of their children by  pursuse their absents and results .</a:t>
            </a:r>
          </a:p>
        </p:txBody>
      </p:sp>
      <p:sp>
        <p:nvSpPr>
          <p:cNvPr id="374" name="Subtitle 2"/>
          <p:cNvSpPr txBox="1"/>
          <p:nvPr>
            <p:ph type="subTitle" sz="quarter" idx="1"/>
          </p:nvPr>
        </p:nvSpPr>
        <p:spPr>
          <a:xfrm>
            <a:off x="703579" y="4191634"/>
            <a:ext cx="3761742" cy="555626"/>
          </a:xfrm>
          <a:prstGeom prst="rect">
            <a:avLst/>
          </a:prstGeom>
        </p:spPr>
        <p:txBody>
          <a:bodyPr/>
          <a:lstStyle>
            <a:lvl1pPr marL="253745" indent="-169163" algn="l" defTabSz="676655">
              <a:defRPr sz="1184">
                <a:solidFill>
                  <a:srgbClr val="C00000"/>
                </a:solidFill>
              </a:defRPr>
            </a:lvl1pPr>
          </a:lstStyle>
          <a:p>
            <a:pPr rtl="0">
              <a:defRPr/>
            </a:pPr>
            <a:r>
              <a:t>Admin can add lectures and assignments to students .</a:t>
            </a:r>
          </a:p>
        </p:txBody>
      </p:sp>
      <p:sp>
        <p:nvSpPr>
          <p:cNvPr id="375" name="矩形 37"/>
          <p:cNvSpPr txBox="1"/>
          <p:nvPr/>
        </p:nvSpPr>
        <p:spPr>
          <a:xfrm>
            <a:off x="2597748" y="363744"/>
            <a:ext cx="3948504" cy="53594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lgn="ctr">
              <a:defRPr sz="3000">
                <a:solidFill>
                  <a:srgbClr val="C00000"/>
                </a:solidFill>
                <a:latin typeface="Andalus"/>
                <a:ea typeface="Andalus"/>
                <a:cs typeface="Andalus"/>
                <a:sym typeface="Andalus"/>
              </a:defRPr>
            </a:lvl1pPr>
          </a:lstStyle>
          <a:p>
            <a:pPr/>
            <a:r>
              <a:t>UI/UX for Mobile app</a:t>
            </a:r>
          </a:p>
        </p:txBody>
      </p:sp>
      <p:pic>
        <p:nvPicPr>
          <p:cNvPr id="376" name="Picture 16" descr="Picture 16"/>
          <p:cNvPicPr>
            <a:picLocks noChangeAspect="1"/>
          </p:cNvPicPr>
          <p:nvPr/>
        </p:nvPicPr>
        <p:blipFill>
          <a:blip r:embed="rId2">
            <a:extLst/>
          </a:blip>
          <a:stretch>
            <a:fillRect/>
          </a:stretch>
        </p:blipFill>
        <p:spPr>
          <a:xfrm>
            <a:off x="703580" y="916939"/>
            <a:ext cx="3250565" cy="3176906"/>
          </a:xfrm>
          <a:prstGeom prst="rect">
            <a:avLst/>
          </a:prstGeom>
          <a:ln w="12700">
            <a:miter lim="400000"/>
          </a:ln>
        </p:spPr>
      </p:pic>
      <p:pic>
        <p:nvPicPr>
          <p:cNvPr id="377" name="Picture 17" descr="Picture 17"/>
          <p:cNvPicPr>
            <a:picLocks noChangeAspect="1"/>
          </p:cNvPicPr>
          <p:nvPr/>
        </p:nvPicPr>
        <p:blipFill>
          <a:blip r:embed="rId3">
            <a:extLst/>
          </a:blip>
          <a:stretch>
            <a:fillRect/>
          </a:stretch>
        </p:blipFill>
        <p:spPr>
          <a:xfrm>
            <a:off x="5189854" y="1489075"/>
            <a:ext cx="3457576" cy="3258185"/>
          </a:xfrm>
          <a:prstGeom prst="rect">
            <a:avLst/>
          </a:prstGeom>
          <a:ln w="12700">
            <a:miter lim="400000"/>
          </a:ln>
        </p:spPr>
      </p:pic>
    </p:spTree>
  </p:cSld>
  <p:clrMapOvr>
    <a:masterClrMapping/>
  </p:clrMapOvr>
  <mc:AlternateContent xmlns:mc="http://schemas.openxmlformats.org/markup-compatibility/2006">
    <mc:Choice xmlns:p14="http://schemas.microsoft.com/office/powerpoint/2010/main" Requires="p14">
      <p:transition spd="slow" advClick="0" advTm="0" p14:dur="1200">
        <p:wipe dir="l"/>
      </p:transition>
    </mc:Choice>
    <mc:Fallback>
      <p:transition spd="slow">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79" name="Google Shape;1506;p117"/>
          <p:cNvSpPr txBox="1"/>
          <p:nvPr>
            <p:ph type="title"/>
          </p:nvPr>
        </p:nvSpPr>
        <p:spPr>
          <a:xfrm>
            <a:off x="803749" y="1820069"/>
            <a:ext cx="4087502" cy="673201"/>
          </a:xfrm>
          <a:prstGeom prst="rect">
            <a:avLst/>
          </a:prstGeom>
        </p:spPr>
        <p:txBody>
          <a:bodyPr/>
          <a:lstStyle>
            <a:lvl1pPr>
              <a:defRPr sz="3200">
                <a:solidFill>
                  <a:srgbClr val="C00000"/>
                </a:solidFill>
                <a:latin typeface="Andalus"/>
                <a:ea typeface="Andalus"/>
                <a:cs typeface="Andalus"/>
                <a:sym typeface="Andalus"/>
              </a:defRPr>
            </a:lvl1pPr>
          </a:lstStyle>
          <a:p>
            <a:pPr rtl="0">
              <a:defRPr/>
            </a:pPr>
            <a:r>
              <a:t>Mobile Application</a:t>
            </a:r>
          </a:p>
        </p:txBody>
      </p:sp>
      <p:sp>
        <p:nvSpPr>
          <p:cNvPr id="380" name="Google Shape;1507;p117"/>
          <p:cNvSpPr txBox="1"/>
          <p:nvPr>
            <p:ph type="body" sz="quarter" idx="1"/>
          </p:nvPr>
        </p:nvSpPr>
        <p:spPr>
          <a:xfrm>
            <a:off x="304827" y="2376629"/>
            <a:ext cx="5085346" cy="1388257"/>
          </a:xfrm>
          <a:prstGeom prst="rect">
            <a:avLst/>
          </a:prstGeom>
        </p:spPr>
        <p:txBody>
          <a:bodyPr/>
          <a:lstStyle/>
          <a:p>
            <a:pPr rtl="0">
              <a:defRPr sz="1600">
                <a:solidFill>
                  <a:srgbClr val="005790"/>
                </a:solidFill>
                <a:latin typeface="+mj-lt"/>
                <a:ea typeface="+mj-ea"/>
                <a:cs typeface="+mj-cs"/>
                <a:sym typeface="Arial"/>
              </a:defRPr>
            </a:pPr>
            <a:r>
              <a:t>        This is an easy-to-use application designed for Doctors,Students,Admin,and parent which streamlines their daily work in college, particularly in student system, through the use of </a:t>
            </a:r>
            <a:r>
              <a:rPr b="1"/>
              <a:t>mobile application</a:t>
            </a:r>
            <a:r>
              <a:t> and </a:t>
            </a:r>
            <a:r>
              <a:rPr b="1"/>
              <a:t>web application</a:t>
            </a:r>
            <a:r>
              <a:t>.</a:t>
            </a:r>
          </a:p>
        </p:txBody>
      </p:sp>
      <p:grpSp>
        <p:nvGrpSpPr>
          <p:cNvPr id="385" name="Google Shape;1508;p117"/>
          <p:cNvGrpSpPr/>
          <p:nvPr/>
        </p:nvGrpSpPr>
        <p:grpSpPr>
          <a:xfrm>
            <a:off x="5664560" y="954615"/>
            <a:ext cx="1901978" cy="3234253"/>
            <a:chOff x="0" y="0"/>
            <a:chExt cx="1901977" cy="3234251"/>
          </a:xfrm>
        </p:grpSpPr>
        <p:sp>
          <p:nvSpPr>
            <p:cNvPr id="381" name="Google Shape;1509;p117"/>
            <p:cNvSpPr/>
            <p:nvPr/>
          </p:nvSpPr>
          <p:spPr>
            <a:xfrm>
              <a:off x="-1" y="-1"/>
              <a:ext cx="1901979" cy="3234253"/>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708" y="0"/>
                  </a:moveTo>
                  <a:cubicBezTo>
                    <a:pt x="764" y="0"/>
                    <a:pt x="0" y="449"/>
                    <a:pt x="0" y="1004"/>
                  </a:cubicBezTo>
                  <a:lnTo>
                    <a:pt x="0" y="20596"/>
                  </a:lnTo>
                  <a:cubicBezTo>
                    <a:pt x="0" y="21151"/>
                    <a:pt x="764" y="21600"/>
                    <a:pt x="1708" y="21600"/>
                  </a:cubicBezTo>
                  <a:lnTo>
                    <a:pt x="19892" y="21600"/>
                  </a:lnTo>
                  <a:cubicBezTo>
                    <a:pt x="20836" y="21600"/>
                    <a:pt x="21600" y="21151"/>
                    <a:pt x="21600" y="20596"/>
                  </a:cubicBezTo>
                  <a:lnTo>
                    <a:pt x="21600" y="1004"/>
                  </a:lnTo>
                  <a:cubicBezTo>
                    <a:pt x="21600" y="449"/>
                    <a:pt x="20836" y="0"/>
                    <a:pt x="19892" y="0"/>
                  </a:cubicBezTo>
                  <a:close/>
                </a:path>
              </a:pathLst>
            </a:custGeom>
            <a:noFill/>
            <a:ln w="28575" cap="flat">
              <a:solidFill>
                <a:schemeClr val="accent1"/>
              </a:solidFill>
              <a:prstDash val="solid"/>
              <a:round/>
            </a:ln>
            <a:effectLst/>
          </p:spPr>
          <p:txBody>
            <a:bodyPr wrap="square" lIns="45719" tIns="45719" rIns="45719" bIns="45719" numCol="1" anchor="ctr">
              <a:noAutofit/>
            </a:bodyPr>
            <a:lstStyle/>
            <a:p>
              <a:pPr/>
            </a:p>
          </p:txBody>
        </p:sp>
        <p:sp>
          <p:nvSpPr>
            <p:cNvPr id="382" name="Google Shape;1510;p117"/>
            <p:cNvSpPr/>
            <p:nvPr/>
          </p:nvSpPr>
          <p:spPr>
            <a:xfrm>
              <a:off x="-1" y="277783"/>
              <a:ext cx="1901979" cy="2806092"/>
            </a:xfrm>
            <a:prstGeom prst="rect">
              <a:avLst/>
            </a:prstGeom>
            <a:noFill/>
            <a:ln w="28575" cap="flat">
              <a:solidFill>
                <a:schemeClr val="accent1"/>
              </a:solidFill>
              <a:prstDash val="solid"/>
              <a:round/>
            </a:ln>
            <a:effectLst/>
          </p:spPr>
          <p:txBody>
            <a:bodyPr wrap="square" lIns="45719" tIns="45719" rIns="45719" bIns="45719" numCol="1" anchor="ctr">
              <a:noAutofit/>
            </a:bodyPr>
            <a:lstStyle/>
            <a:p>
              <a:pPr/>
            </a:p>
          </p:txBody>
        </p:sp>
        <p:sp>
          <p:nvSpPr>
            <p:cNvPr id="383" name="Google Shape;1511;p117"/>
            <p:cNvSpPr/>
            <p:nvPr/>
          </p:nvSpPr>
          <p:spPr>
            <a:xfrm>
              <a:off x="1176561" y="111464"/>
              <a:ext cx="79630" cy="79615"/>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1040" y="0"/>
                  </a:moveTo>
                  <a:cubicBezTo>
                    <a:pt x="4801" y="0"/>
                    <a:pt x="0" y="4802"/>
                    <a:pt x="0" y="10562"/>
                  </a:cubicBezTo>
                  <a:cubicBezTo>
                    <a:pt x="0" y="16802"/>
                    <a:pt x="4801" y="21600"/>
                    <a:pt x="11040" y="21600"/>
                  </a:cubicBezTo>
                  <a:cubicBezTo>
                    <a:pt x="16799" y="21600"/>
                    <a:pt x="21600" y="16802"/>
                    <a:pt x="21600" y="10562"/>
                  </a:cubicBezTo>
                  <a:cubicBezTo>
                    <a:pt x="21600" y="4802"/>
                    <a:pt x="16799" y="0"/>
                    <a:pt x="11040" y="0"/>
                  </a:cubicBezTo>
                  <a:close/>
                </a:path>
              </a:pathLst>
            </a:custGeom>
            <a:solidFill>
              <a:schemeClr val="accent1"/>
            </a:solidFill>
            <a:ln w="12700" cap="flat">
              <a:noFill/>
              <a:miter lim="400000"/>
            </a:ln>
            <a:effectLst/>
          </p:spPr>
          <p:txBody>
            <a:bodyPr wrap="square" lIns="45719" tIns="45719" rIns="45719" bIns="45719" numCol="1" anchor="ctr">
              <a:noAutofit/>
            </a:bodyPr>
            <a:lstStyle/>
            <a:p>
              <a:pPr/>
            </a:p>
          </p:txBody>
        </p:sp>
        <p:sp>
          <p:nvSpPr>
            <p:cNvPr id="384" name="Google Shape;1512;p117"/>
            <p:cNvSpPr/>
            <p:nvPr/>
          </p:nvSpPr>
          <p:spPr>
            <a:xfrm>
              <a:off x="645786" y="111464"/>
              <a:ext cx="468862" cy="79615"/>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874" y="0"/>
                  </a:moveTo>
                  <a:cubicBezTo>
                    <a:pt x="815" y="0"/>
                    <a:pt x="0" y="4802"/>
                    <a:pt x="0" y="10562"/>
                  </a:cubicBezTo>
                  <a:cubicBezTo>
                    <a:pt x="0" y="16802"/>
                    <a:pt x="815" y="21600"/>
                    <a:pt x="1874" y="21600"/>
                  </a:cubicBezTo>
                  <a:lnTo>
                    <a:pt x="19807" y="21600"/>
                  </a:lnTo>
                  <a:cubicBezTo>
                    <a:pt x="20785" y="21600"/>
                    <a:pt x="21600" y="16802"/>
                    <a:pt x="21600" y="10562"/>
                  </a:cubicBezTo>
                  <a:cubicBezTo>
                    <a:pt x="21600" y="4802"/>
                    <a:pt x="20785" y="0"/>
                    <a:pt x="19807" y="0"/>
                  </a:cubicBezTo>
                  <a:close/>
                </a:path>
              </a:pathLst>
            </a:custGeom>
            <a:solidFill>
              <a:schemeClr val="accent1"/>
            </a:solidFill>
            <a:ln w="12700" cap="flat">
              <a:noFill/>
              <a:miter lim="400000"/>
            </a:ln>
            <a:effectLst/>
          </p:spPr>
          <p:txBody>
            <a:bodyPr wrap="square" lIns="45719" tIns="45719" rIns="45719" bIns="45719" numCol="1" anchor="ctr">
              <a:noAutofit/>
            </a:bodyPr>
            <a:lstStyle/>
            <a:p>
              <a:pPr/>
            </a:p>
          </p:txBody>
        </p:sp>
      </p:grpSp>
      <p:pic>
        <p:nvPicPr>
          <p:cNvPr id="386" name="Picture 4" descr="Picture 4"/>
          <p:cNvPicPr>
            <a:picLocks noChangeAspect="1"/>
          </p:cNvPicPr>
          <p:nvPr/>
        </p:nvPicPr>
        <p:blipFill>
          <a:blip r:embed="rId2">
            <a:extLst/>
          </a:blip>
          <a:stretch>
            <a:fillRect/>
          </a:stretch>
        </p:blipFill>
        <p:spPr>
          <a:xfrm>
            <a:off x="5678628" y="1232379"/>
            <a:ext cx="1873840" cy="2806108"/>
          </a:xfrm>
          <a:prstGeom prst="rect">
            <a:avLst/>
          </a:prstGeom>
          <a:ln w="12700">
            <a:miter lim="400000"/>
          </a:ln>
        </p:spPr>
      </p:pic>
    </p:spTree>
  </p:cSld>
  <p:clrMapOvr>
    <a:masterClrMapping/>
  </p:clrMapOvr>
  <mc:AlternateContent xmlns:mc="http://schemas.openxmlformats.org/markup-compatibility/2006">
    <mc:Choice xmlns:p14="http://schemas.microsoft.com/office/powerpoint/2010/main" Requires="p14">
      <p:transition spd="slow" advClick="0" advTm="0" p14:dur="1200">
        <p:wipe dir="l"/>
      </p:transition>
    </mc:Choice>
    <mc:Fallback>
      <p:transition spd="slow">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88" name="Google Shape;1518;p118"/>
          <p:cNvSpPr txBox="1"/>
          <p:nvPr>
            <p:ph type="title"/>
          </p:nvPr>
        </p:nvSpPr>
        <p:spPr>
          <a:xfrm>
            <a:off x="4202150" y="1601325"/>
            <a:ext cx="3364201" cy="628801"/>
          </a:xfrm>
          <a:prstGeom prst="rect">
            <a:avLst/>
          </a:prstGeom>
        </p:spPr>
        <p:txBody>
          <a:bodyPr/>
          <a:lstStyle>
            <a:lvl1pPr defTabSz="868680">
              <a:defRPr sz="3040">
                <a:solidFill>
                  <a:srgbClr val="C00000"/>
                </a:solidFill>
                <a:latin typeface="Andalus"/>
                <a:ea typeface="Andalus"/>
                <a:cs typeface="Andalus"/>
                <a:sym typeface="Andalus"/>
              </a:defRPr>
            </a:lvl1pPr>
          </a:lstStyle>
          <a:p>
            <a:pPr rtl="0">
              <a:defRPr/>
            </a:pPr>
            <a:r>
              <a:t>Web Application</a:t>
            </a:r>
          </a:p>
        </p:txBody>
      </p:sp>
      <p:sp>
        <p:nvSpPr>
          <p:cNvPr id="389" name="矩形 1"/>
          <p:cNvSpPr txBox="1"/>
          <p:nvPr/>
        </p:nvSpPr>
        <p:spPr>
          <a:xfrm>
            <a:off x="4617719" y="2251655"/>
            <a:ext cx="4234821" cy="1456394"/>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p>
            <a:pPr>
              <a:defRPr sz="1600">
                <a:solidFill>
                  <a:srgbClr val="005790"/>
                </a:solidFill>
              </a:defRPr>
            </a:pPr>
            <a:r>
              <a:t>This is an easy-to-use web-application designed for Doctors, Students and Admin which streamlines their daily work in college, particularly in student system, through the use of </a:t>
            </a:r>
            <a:r>
              <a:rPr b="1"/>
              <a:t>mobile application</a:t>
            </a:r>
            <a:r>
              <a:t> and </a:t>
            </a:r>
            <a:r>
              <a:rPr b="1"/>
              <a:t>web application</a:t>
            </a:r>
            <a:r>
              <a:t>.</a:t>
            </a:r>
          </a:p>
        </p:txBody>
      </p:sp>
      <p:grpSp>
        <p:nvGrpSpPr>
          <p:cNvPr id="394" name="Google Shape;1508;p117"/>
          <p:cNvGrpSpPr/>
          <p:nvPr/>
        </p:nvGrpSpPr>
        <p:grpSpPr>
          <a:xfrm>
            <a:off x="1577649" y="954615"/>
            <a:ext cx="1901979" cy="3234253"/>
            <a:chOff x="0" y="0"/>
            <a:chExt cx="1901977" cy="3234251"/>
          </a:xfrm>
        </p:grpSpPr>
        <p:sp>
          <p:nvSpPr>
            <p:cNvPr id="390" name="Google Shape;1509;p117"/>
            <p:cNvSpPr/>
            <p:nvPr/>
          </p:nvSpPr>
          <p:spPr>
            <a:xfrm>
              <a:off x="-1" y="-1"/>
              <a:ext cx="1901979" cy="3234253"/>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708" y="0"/>
                  </a:moveTo>
                  <a:cubicBezTo>
                    <a:pt x="764" y="0"/>
                    <a:pt x="0" y="449"/>
                    <a:pt x="0" y="1004"/>
                  </a:cubicBezTo>
                  <a:lnTo>
                    <a:pt x="0" y="20596"/>
                  </a:lnTo>
                  <a:cubicBezTo>
                    <a:pt x="0" y="21151"/>
                    <a:pt x="764" y="21600"/>
                    <a:pt x="1708" y="21600"/>
                  </a:cubicBezTo>
                  <a:lnTo>
                    <a:pt x="19892" y="21600"/>
                  </a:lnTo>
                  <a:cubicBezTo>
                    <a:pt x="20836" y="21600"/>
                    <a:pt x="21600" y="21151"/>
                    <a:pt x="21600" y="20596"/>
                  </a:cubicBezTo>
                  <a:lnTo>
                    <a:pt x="21600" y="1004"/>
                  </a:lnTo>
                  <a:cubicBezTo>
                    <a:pt x="21600" y="449"/>
                    <a:pt x="20836" y="0"/>
                    <a:pt x="19892" y="0"/>
                  </a:cubicBezTo>
                  <a:close/>
                </a:path>
              </a:pathLst>
            </a:custGeom>
            <a:noFill/>
            <a:ln w="28575" cap="flat">
              <a:solidFill>
                <a:schemeClr val="accent1"/>
              </a:solidFill>
              <a:prstDash val="solid"/>
              <a:round/>
            </a:ln>
            <a:effectLst/>
          </p:spPr>
          <p:txBody>
            <a:bodyPr wrap="square" lIns="45719" tIns="45719" rIns="45719" bIns="45719" numCol="1" anchor="ctr">
              <a:noAutofit/>
            </a:bodyPr>
            <a:lstStyle/>
            <a:p>
              <a:pPr/>
            </a:p>
          </p:txBody>
        </p:sp>
        <p:sp>
          <p:nvSpPr>
            <p:cNvPr id="391" name="Google Shape;1510;p117"/>
            <p:cNvSpPr/>
            <p:nvPr/>
          </p:nvSpPr>
          <p:spPr>
            <a:xfrm>
              <a:off x="-1" y="277783"/>
              <a:ext cx="1901979" cy="2806092"/>
            </a:xfrm>
            <a:prstGeom prst="rect">
              <a:avLst/>
            </a:prstGeom>
            <a:noFill/>
            <a:ln w="28575" cap="flat">
              <a:solidFill>
                <a:schemeClr val="accent1"/>
              </a:solidFill>
              <a:prstDash val="solid"/>
              <a:round/>
            </a:ln>
            <a:effectLst/>
          </p:spPr>
          <p:txBody>
            <a:bodyPr wrap="square" lIns="45719" tIns="45719" rIns="45719" bIns="45719" numCol="1" anchor="ctr">
              <a:noAutofit/>
            </a:bodyPr>
            <a:lstStyle/>
            <a:p>
              <a:pPr/>
            </a:p>
          </p:txBody>
        </p:sp>
        <p:sp>
          <p:nvSpPr>
            <p:cNvPr id="392" name="Google Shape;1511;p117"/>
            <p:cNvSpPr/>
            <p:nvPr/>
          </p:nvSpPr>
          <p:spPr>
            <a:xfrm>
              <a:off x="1176561" y="111464"/>
              <a:ext cx="79630" cy="79615"/>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1040" y="0"/>
                  </a:moveTo>
                  <a:cubicBezTo>
                    <a:pt x="4801" y="0"/>
                    <a:pt x="0" y="4802"/>
                    <a:pt x="0" y="10562"/>
                  </a:cubicBezTo>
                  <a:cubicBezTo>
                    <a:pt x="0" y="16802"/>
                    <a:pt x="4801" y="21600"/>
                    <a:pt x="11040" y="21600"/>
                  </a:cubicBezTo>
                  <a:cubicBezTo>
                    <a:pt x="16799" y="21600"/>
                    <a:pt x="21600" y="16802"/>
                    <a:pt x="21600" y="10562"/>
                  </a:cubicBezTo>
                  <a:cubicBezTo>
                    <a:pt x="21600" y="4802"/>
                    <a:pt x="16799" y="0"/>
                    <a:pt x="11040" y="0"/>
                  </a:cubicBezTo>
                  <a:close/>
                </a:path>
              </a:pathLst>
            </a:custGeom>
            <a:solidFill>
              <a:schemeClr val="accent1"/>
            </a:solidFill>
            <a:ln w="12700" cap="flat">
              <a:noFill/>
              <a:miter lim="400000"/>
            </a:ln>
            <a:effectLst/>
          </p:spPr>
          <p:txBody>
            <a:bodyPr wrap="square" lIns="45719" tIns="45719" rIns="45719" bIns="45719" numCol="1" anchor="ctr">
              <a:noAutofit/>
            </a:bodyPr>
            <a:lstStyle/>
            <a:p>
              <a:pPr/>
            </a:p>
          </p:txBody>
        </p:sp>
        <p:sp>
          <p:nvSpPr>
            <p:cNvPr id="393" name="Google Shape;1512;p117"/>
            <p:cNvSpPr/>
            <p:nvPr/>
          </p:nvSpPr>
          <p:spPr>
            <a:xfrm>
              <a:off x="645786" y="111464"/>
              <a:ext cx="468862" cy="79615"/>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874" y="0"/>
                  </a:moveTo>
                  <a:cubicBezTo>
                    <a:pt x="815" y="0"/>
                    <a:pt x="0" y="4802"/>
                    <a:pt x="0" y="10562"/>
                  </a:cubicBezTo>
                  <a:cubicBezTo>
                    <a:pt x="0" y="16802"/>
                    <a:pt x="815" y="21600"/>
                    <a:pt x="1874" y="21600"/>
                  </a:cubicBezTo>
                  <a:lnTo>
                    <a:pt x="19807" y="21600"/>
                  </a:lnTo>
                  <a:cubicBezTo>
                    <a:pt x="20785" y="21600"/>
                    <a:pt x="21600" y="16802"/>
                    <a:pt x="21600" y="10562"/>
                  </a:cubicBezTo>
                  <a:cubicBezTo>
                    <a:pt x="21600" y="4802"/>
                    <a:pt x="20785" y="0"/>
                    <a:pt x="19807" y="0"/>
                  </a:cubicBezTo>
                  <a:close/>
                </a:path>
              </a:pathLst>
            </a:custGeom>
            <a:solidFill>
              <a:schemeClr val="accent1"/>
            </a:solidFill>
            <a:ln w="12700" cap="flat">
              <a:noFill/>
              <a:miter lim="400000"/>
            </a:ln>
            <a:effectLst/>
          </p:spPr>
          <p:txBody>
            <a:bodyPr wrap="square" lIns="45719" tIns="45719" rIns="45719" bIns="45719" numCol="1" anchor="ctr">
              <a:noAutofit/>
            </a:bodyPr>
            <a:lstStyle/>
            <a:p>
              <a:pPr/>
            </a:p>
          </p:txBody>
        </p:sp>
      </p:grpSp>
      <p:pic>
        <p:nvPicPr>
          <p:cNvPr id="395" name="Picture 50" descr="Picture 50"/>
          <p:cNvPicPr>
            <a:picLocks noChangeAspect="1"/>
          </p:cNvPicPr>
          <p:nvPr/>
        </p:nvPicPr>
        <p:blipFill>
          <a:blip r:embed="rId2">
            <a:extLst/>
          </a:blip>
          <a:stretch>
            <a:fillRect/>
          </a:stretch>
        </p:blipFill>
        <p:spPr>
          <a:xfrm>
            <a:off x="1577650" y="1232383"/>
            <a:ext cx="1901977" cy="2806108"/>
          </a:xfrm>
          <a:prstGeom prst="rect">
            <a:avLst/>
          </a:prstGeom>
          <a:ln w="12700">
            <a:miter lim="400000"/>
          </a:ln>
        </p:spPr>
      </p:pic>
    </p:spTree>
  </p:cSld>
  <p:clrMapOvr>
    <a:masterClrMapping/>
  </p:clrMapOvr>
  <mc:AlternateContent xmlns:mc="http://schemas.openxmlformats.org/markup-compatibility/2006">
    <mc:Choice xmlns:p14="http://schemas.microsoft.com/office/powerpoint/2010/main" Requires="p14">
      <p:transition spd="slow" advClick="0" advTm="0" p14:dur="1200">
        <p:wipe dir="l"/>
      </p:transition>
    </mc:Choice>
    <mc:Fallback>
      <p:transition spd="slow">
        <p:fade/>
      </p:transition>
    </mc:Fallback>
  </mc:AlternateContent>
  <p:timing>
    <p:tnLst>
      <p:par>
        <p:cTn id="1" nodeType="tmRoot" restart="never" dur="indefinite" fill="hold">
          <p:childTnLst>
            <p:seq concurrent="1" prevAc="none" nextAc="seek">
              <p:cTn id="2" nodeType="mainSeq" dur="indefinite" fill="hold">
                <p:childTnLst>
                  <p:par>
                    <p:cTn id="3" fill="hold">
                      <p:stCondLst>
                        <p:cond delay="indefinite"/>
                      </p:stCondLst>
                      <p:childTnLst>
                        <p:par>
                          <p:cTn id="4" fill="hold">
                            <p:stCondLst>
                              <p:cond delay="0"/>
                            </p:stCondLst>
                            <p:childTnLst>
                              <p:par>
                                <p:cTn id="5" presetClass="entr" nodeType="clickEffect" presetSubtype="2" presetID="2" grpId="1" fill="hold">
                                  <p:stCondLst>
                                    <p:cond delay="0"/>
                                  </p:stCondLst>
                                  <p:iterate type="el" backwards="0">
                                    <p:tmAbs val="0"/>
                                  </p:iterate>
                                  <p:childTnLst>
                                    <p:set>
                                      <p:cBhvr>
                                        <p:cTn id="6" fill="hold"/>
                                        <p:tgtEl>
                                          <p:spTgt spid="388"/>
                                        </p:tgtEl>
                                        <p:attrNameLst>
                                          <p:attrName>style.visibility</p:attrName>
                                        </p:attrNameLst>
                                      </p:cBhvr>
                                      <p:to>
                                        <p:strVal val="visible"/>
                                      </p:to>
                                    </p:set>
                                    <p:anim calcmode="lin" valueType="num">
                                      <p:cBhvr>
                                        <p:cTn id="7" dur="1000" fill="hold"/>
                                        <p:tgtEl>
                                          <p:spTgt spid="388"/>
                                        </p:tgtEl>
                                        <p:attrNameLst>
                                          <p:attrName>ppt_x</p:attrName>
                                        </p:attrNameLst>
                                      </p:cBhvr>
                                      <p:tavLst>
                                        <p:tav tm="0">
                                          <p:val>
                                            <p:strVal val="1+#ppt_w/2"/>
                                          </p:val>
                                        </p:tav>
                                        <p:tav tm="100000">
                                          <p:val>
                                            <p:strVal val="#ppt_x"/>
                                          </p:val>
                                        </p:tav>
                                      </p:tavLst>
                                    </p:anim>
                                    <p:anim calcmode="lin" valueType="num">
                                      <p:cBhvr>
                                        <p:cTn id="8" dur="1000" fill="hold"/>
                                        <p:tgtEl>
                                          <p:spTgt spid="388"/>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bldLst>
      <p:bldP build="whole" bldLvl="1" animBg="1" rev="0" advAuto="0" spid="388" grpId="1"/>
    </p:bldLst>
  </p:timing>
</p:sld>
</file>

<file path=ppt/slides/slide19.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97" name="Title 13"/>
          <p:cNvSpPr txBox="1"/>
          <p:nvPr>
            <p:ph type="title"/>
          </p:nvPr>
        </p:nvSpPr>
        <p:spPr>
          <a:xfrm>
            <a:off x="73025" y="520065"/>
            <a:ext cx="5651500" cy="572770"/>
          </a:xfrm>
          <a:prstGeom prst="rect">
            <a:avLst/>
          </a:prstGeom>
        </p:spPr>
        <p:txBody>
          <a:bodyPr anchor="ctr"/>
          <a:lstStyle>
            <a:lvl1pPr algn="ctr" defTabSz="630936">
              <a:defRPr sz="2622">
                <a:solidFill>
                  <a:srgbClr val="C00000"/>
                </a:solidFill>
                <a:latin typeface="Andalus"/>
                <a:ea typeface="Andalus"/>
                <a:cs typeface="Andalus"/>
                <a:sym typeface="Andalus"/>
              </a:defRPr>
            </a:lvl1pPr>
          </a:lstStyle>
          <a:p>
            <a:pPr rtl="0">
              <a:defRPr/>
            </a:pPr>
            <a:r>
              <a:t>Here comes the … App!</a:t>
            </a:r>
          </a:p>
        </p:txBody>
      </p:sp>
      <p:grpSp>
        <p:nvGrpSpPr>
          <p:cNvPr id="412" name="组合 2"/>
          <p:cNvGrpSpPr/>
          <p:nvPr/>
        </p:nvGrpSpPr>
        <p:grpSpPr>
          <a:xfrm>
            <a:off x="5792470" y="520064"/>
            <a:ext cx="2233296" cy="4159887"/>
            <a:chOff x="0" y="0"/>
            <a:chExt cx="2233295" cy="4159885"/>
          </a:xfrm>
        </p:grpSpPr>
        <p:sp>
          <p:nvSpPr>
            <p:cNvPr id="398" name="Freeform 18"/>
            <p:cNvSpPr/>
            <p:nvPr/>
          </p:nvSpPr>
          <p:spPr>
            <a:xfrm>
              <a:off x="23508" y="-1"/>
              <a:ext cx="2199013" cy="4159886"/>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21600" y="20181"/>
                  </a:moveTo>
                  <a:cubicBezTo>
                    <a:pt x="21600" y="20961"/>
                    <a:pt x="20344" y="21600"/>
                    <a:pt x="18809" y="21600"/>
                  </a:cubicBezTo>
                  <a:cubicBezTo>
                    <a:pt x="2791" y="21600"/>
                    <a:pt x="2791" y="21600"/>
                    <a:pt x="2791" y="21600"/>
                  </a:cubicBezTo>
                  <a:cubicBezTo>
                    <a:pt x="1256" y="21600"/>
                    <a:pt x="0" y="20961"/>
                    <a:pt x="0" y="20181"/>
                  </a:cubicBezTo>
                  <a:cubicBezTo>
                    <a:pt x="0" y="1419"/>
                    <a:pt x="0" y="1419"/>
                    <a:pt x="0" y="1419"/>
                  </a:cubicBezTo>
                  <a:cubicBezTo>
                    <a:pt x="0" y="639"/>
                    <a:pt x="1256" y="0"/>
                    <a:pt x="2791" y="0"/>
                  </a:cubicBezTo>
                  <a:cubicBezTo>
                    <a:pt x="18809" y="0"/>
                    <a:pt x="18809" y="0"/>
                    <a:pt x="18809" y="0"/>
                  </a:cubicBezTo>
                  <a:cubicBezTo>
                    <a:pt x="20344" y="0"/>
                    <a:pt x="21600" y="639"/>
                    <a:pt x="21600" y="1419"/>
                  </a:cubicBezTo>
                  <a:cubicBezTo>
                    <a:pt x="21600" y="20181"/>
                    <a:pt x="21600" y="20181"/>
                    <a:pt x="21600" y="20181"/>
                  </a:cubicBezTo>
                </a:path>
              </a:pathLst>
            </a:custGeom>
            <a:solidFill>
              <a:srgbClr val="414042"/>
            </a:solidFill>
            <a:ln w="12700" cap="flat">
              <a:noFill/>
              <a:miter lim="400000"/>
            </a:ln>
            <a:effectLst/>
          </p:spPr>
          <p:txBody>
            <a:bodyPr wrap="square" lIns="45719" tIns="45719" rIns="45719" bIns="45719" numCol="1" anchor="t">
              <a:noAutofit/>
            </a:bodyPr>
            <a:lstStyle/>
            <a:p>
              <a:pPr>
                <a:defRPr>
                  <a:solidFill>
                    <a:srgbClr val="414042"/>
                  </a:solidFill>
                  <a:latin typeface="新蒂下午茶基本版"/>
                  <a:ea typeface="新蒂下午茶基本版"/>
                  <a:cs typeface="新蒂下午茶基本版"/>
                  <a:sym typeface="新蒂下午茶基本版"/>
                </a:defRPr>
              </a:pPr>
            </a:p>
          </p:txBody>
        </p:sp>
        <p:sp>
          <p:nvSpPr>
            <p:cNvPr id="399" name="Freeform 19"/>
            <p:cNvSpPr/>
            <p:nvPr/>
          </p:nvSpPr>
          <p:spPr>
            <a:xfrm>
              <a:off x="39572" y="22265"/>
              <a:ext cx="2155914" cy="4108008"/>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21600" y="20179"/>
                  </a:moveTo>
                  <a:cubicBezTo>
                    <a:pt x="21600" y="20965"/>
                    <a:pt x="20351" y="21600"/>
                    <a:pt x="18801" y="21600"/>
                  </a:cubicBezTo>
                  <a:cubicBezTo>
                    <a:pt x="2783" y="21600"/>
                    <a:pt x="2783" y="21600"/>
                    <a:pt x="2783" y="21600"/>
                  </a:cubicBezTo>
                  <a:cubicBezTo>
                    <a:pt x="1249" y="21600"/>
                    <a:pt x="0" y="20965"/>
                    <a:pt x="0" y="20179"/>
                  </a:cubicBezTo>
                  <a:cubicBezTo>
                    <a:pt x="0" y="1421"/>
                    <a:pt x="0" y="1421"/>
                    <a:pt x="0" y="1421"/>
                  </a:cubicBezTo>
                  <a:cubicBezTo>
                    <a:pt x="0" y="635"/>
                    <a:pt x="1249" y="0"/>
                    <a:pt x="2783" y="0"/>
                  </a:cubicBezTo>
                  <a:cubicBezTo>
                    <a:pt x="18801" y="0"/>
                    <a:pt x="18801" y="0"/>
                    <a:pt x="18801" y="0"/>
                  </a:cubicBezTo>
                  <a:cubicBezTo>
                    <a:pt x="20351" y="0"/>
                    <a:pt x="21600" y="635"/>
                    <a:pt x="21600" y="1421"/>
                  </a:cubicBezTo>
                  <a:cubicBezTo>
                    <a:pt x="21600" y="20179"/>
                    <a:pt x="21600" y="20179"/>
                    <a:pt x="21600" y="20179"/>
                  </a:cubicBezTo>
                </a:path>
              </a:pathLst>
            </a:custGeom>
            <a:solidFill>
              <a:srgbClr val="FFFFFF"/>
            </a:solidFill>
            <a:ln w="12700" cap="flat">
              <a:noFill/>
              <a:miter lim="400000"/>
            </a:ln>
            <a:effectLst/>
          </p:spPr>
          <p:txBody>
            <a:bodyPr wrap="square" lIns="45719" tIns="45719" rIns="45719" bIns="45719" numCol="1" anchor="t">
              <a:noAutofit/>
            </a:bodyPr>
            <a:lstStyle/>
            <a:p>
              <a:pPr>
                <a:defRPr>
                  <a:solidFill>
                    <a:srgbClr val="414042"/>
                  </a:solidFill>
                  <a:latin typeface="新蒂下午茶基本版"/>
                  <a:ea typeface="新蒂下午茶基本版"/>
                  <a:cs typeface="新蒂下午茶基本版"/>
                  <a:sym typeface="新蒂下午茶基本版"/>
                </a:defRPr>
              </a:pPr>
            </a:p>
          </p:txBody>
        </p:sp>
        <p:sp>
          <p:nvSpPr>
            <p:cNvPr id="400" name="Oval 7"/>
            <p:cNvSpPr/>
            <p:nvPr/>
          </p:nvSpPr>
          <p:spPr>
            <a:xfrm>
              <a:off x="953068" y="3729649"/>
              <a:ext cx="358503" cy="344379"/>
            </a:xfrm>
            <a:prstGeom prst="ellipse">
              <a:avLst/>
            </a:prstGeom>
            <a:solidFill>
              <a:srgbClr val="000000"/>
            </a:solidFill>
            <a:ln w="12700" cap="flat">
              <a:noFill/>
              <a:miter lim="400000"/>
            </a:ln>
            <a:effectLst/>
          </p:spPr>
          <p:txBody>
            <a:bodyPr wrap="square" lIns="45719" tIns="45719" rIns="45719" bIns="45719" numCol="1" anchor="t">
              <a:noAutofit/>
            </a:bodyPr>
            <a:lstStyle/>
            <a:p>
              <a:pPr>
                <a:defRPr>
                  <a:solidFill>
                    <a:srgbClr val="414042"/>
                  </a:solidFill>
                  <a:latin typeface="新蒂下午茶基本版"/>
                  <a:ea typeface="新蒂下午茶基本版"/>
                  <a:cs typeface="新蒂下午茶基本版"/>
                  <a:sym typeface="新蒂下午茶基本版"/>
                </a:defRPr>
              </a:pPr>
            </a:p>
          </p:txBody>
        </p:sp>
        <p:sp>
          <p:nvSpPr>
            <p:cNvPr id="401" name="Oval 8"/>
            <p:cNvSpPr/>
            <p:nvPr/>
          </p:nvSpPr>
          <p:spPr>
            <a:xfrm>
              <a:off x="972658" y="3747575"/>
              <a:ext cx="320303" cy="308525"/>
            </a:xfrm>
            <a:prstGeom prst="ellipse">
              <a:avLst/>
            </a:prstGeom>
            <a:solidFill>
              <a:srgbClr val="F5F2EE"/>
            </a:solidFill>
            <a:ln w="12700" cap="flat">
              <a:noFill/>
              <a:miter lim="400000"/>
            </a:ln>
            <a:effectLst/>
          </p:spPr>
          <p:txBody>
            <a:bodyPr wrap="square" lIns="45719" tIns="45719" rIns="45719" bIns="45719" numCol="1" anchor="t">
              <a:noAutofit/>
            </a:bodyPr>
            <a:lstStyle/>
            <a:p>
              <a:pPr>
                <a:defRPr>
                  <a:solidFill>
                    <a:srgbClr val="414042"/>
                  </a:solidFill>
                  <a:latin typeface="新蒂下午茶基本版"/>
                  <a:ea typeface="新蒂下午茶基本版"/>
                  <a:cs typeface="新蒂下午茶基本版"/>
                  <a:sym typeface="新蒂下午茶基本版"/>
                </a:defRPr>
              </a:pPr>
            </a:p>
          </p:txBody>
        </p:sp>
        <p:sp>
          <p:nvSpPr>
            <p:cNvPr id="402" name="Freeform 9"/>
            <p:cNvSpPr/>
            <p:nvPr/>
          </p:nvSpPr>
          <p:spPr>
            <a:xfrm>
              <a:off x="1106852" y="108502"/>
              <a:ext cx="42120" cy="39628"/>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400" y="0"/>
                  </a:moveTo>
                  <a:cubicBezTo>
                    <a:pt x="4800" y="0"/>
                    <a:pt x="0" y="4985"/>
                    <a:pt x="0" y="10800"/>
                  </a:cubicBezTo>
                  <a:cubicBezTo>
                    <a:pt x="0" y="16615"/>
                    <a:pt x="4800" y="21600"/>
                    <a:pt x="10400" y="21600"/>
                  </a:cubicBezTo>
                  <a:cubicBezTo>
                    <a:pt x="16000" y="21600"/>
                    <a:pt x="20000" y="16615"/>
                    <a:pt x="20000" y="10800"/>
                  </a:cubicBezTo>
                  <a:cubicBezTo>
                    <a:pt x="21600" y="10800"/>
                    <a:pt x="21600" y="10800"/>
                    <a:pt x="21600" y="10800"/>
                  </a:cubicBezTo>
                  <a:cubicBezTo>
                    <a:pt x="21600" y="10800"/>
                    <a:pt x="21600" y="10800"/>
                    <a:pt x="21600" y="10800"/>
                  </a:cubicBezTo>
                  <a:cubicBezTo>
                    <a:pt x="20000" y="10800"/>
                    <a:pt x="20000" y="10800"/>
                    <a:pt x="20000" y="10800"/>
                  </a:cubicBezTo>
                  <a:cubicBezTo>
                    <a:pt x="20000" y="4985"/>
                    <a:pt x="16000" y="0"/>
                    <a:pt x="10400" y="0"/>
                  </a:cubicBezTo>
                </a:path>
              </a:pathLst>
            </a:custGeom>
            <a:solidFill>
              <a:srgbClr val="000000"/>
            </a:solidFill>
            <a:ln w="12700" cap="flat">
              <a:noFill/>
              <a:miter lim="400000"/>
            </a:ln>
            <a:effectLst/>
          </p:spPr>
          <p:txBody>
            <a:bodyPr wrap="square" lIns="45719" tIns="45719" rIns="45719" bIns="45719" numCol="1" anchor="t">
              <a:noAutofit/>
            </a:bodyPr>
            <a:lstStyle/>
            <a:p>
              <a:pPr>
                <a:defRPr>
                  <a:solidFill>
                    <a:srgbClr val="414042"/>
                  </a:solidFill>
                  <a:latin typeface="新蒂下午茶基本版"/>
                  <a:ea typeface="新蒂下午茶基本版"/>
                  <a:cs typeface="新蒂下午茶基本版"/>
                  <a:sym typeface="新蒂下午茶基本版"/>
                </a:defRPr>
              </a:pPr>
            </a:p>
          </p:txBody>
        </p:sp>
        <p:sp>
          <p:nvSpPr>
            <p:cNvPr id="403" name="Freeform 10"/>
            <p:cNvSpPr/>
            <p:nvPr/>
          </p:nvSpPr>
          <p:spPr>
            <a:xfrm>
              <a:off x="1099995" y="102841"/>
              <a:ext cx="52895" cy="51894"/>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21600" y="10800"/>
                  </a:moveTo>
                  <a:cubicBezTo>
                    <a:pt x="21600" y="10800"/>
                    <a:pt x="21600" y="10800"/>
                    <a:pt x="21600" y="10800"/>
                  </a:cubicBezTo>
                  <a:cubicBezTo>
                    <a:pt x="21600" y="10800"/>
                    <a:pt x="21600" y="10800"/>
                    <a:pt x="21600" y="10800"/>
                  </a:cubicBezTo>
                  <a:moveTo>
                    <a:pt x="11127" y="0"/>
                  </a:moveTo>
                  <a:cubicBezTo>
                    <a:pt x="4582" y="0"/>
                    <a:pt x="0" y="5082"/>
                    <a:pt x="0" y="10800"/>
                  </a:cubicBezTo>
                  <a:cubicBezTo>
                    <a:pt x="0" y="16518"/>
                    <a:pt x="4582" y="21600"/>
                    <a:pt x="11127" y="21600"/>
                  </a:cubicBezTo>
                  <a:cubicBezTo>
                    <a:pt x="17018" y="21600"/>
                    <a:pt x="21600" y="16518"/>
                    <a:pt x="21600" y="10800"/>
                  </a:cubicBezTo>
                  <a:cubicBezTo>
                    <a:pt x="20291" y="10800"/>
                    <a:pt x="20291" y="10800"/>
                    <a:pt x="20291" y="10800"/>
                  </a:cubicBezTo>
                  <a:cubicBezTo>
                    <a:pt x="18982" y="10800"/>
                    <a:pt x="18982" y="10800"/>
                    <a:pt x="18982" y="10800"/>
                  </a:cubicBezTo>
                  <a:cubicBezTo>
                    <a:pt x="18982" y="15247"/>
                    <a:pt x="15709" y="19059"/>
                    <a:pt x="11127" y="19059"/>
                  </a:cubicBezTo>
                  <a:cubicBezTo>
                    <a:pt x="6545" y="19059"/>
                    <a:pt x="2618" y="15247"/>
                    <a:pt x="2618" y="10800"/>
                  </a:cubicBezTo>
                  <a:cubicBezTo>
                    <a:pt x="2618" y="6353"/>
                    <a:pt x="6545" y="2541"/>
                    <a:pt x="11127" y="2541"/>
                  </a:cubicBezTo>
                  <a:cubicBezTo>
                    <a:pt x="15709" y="2541"/>
                    <a:pt x="18982" y="6353"/>
                    <a:pt x="18982" y="10800"/>
                  </a:cubicBezTo>
                  <a:cubicBezTo>
                    <a:pt x="20291" y="10800"/>
                    <a:pt x="20291" y="10800"/>
                    <a:pt x="20291" y="10800"/>
                  </a:cubicBezTo>
                  <a:cubicBezTo>
                    <a:pt x="21600" y="10800"/>
                    <a:pt x="21600" y="10800"/>
                    <a:pt x="21600" y="10800"/>
                  </a:cubicBezTo>
                  <a:cubicBezTo>
                    <a:pt x="21600" y="10800"/>
                    <a:pt x="21600" y="10800"/>
                    <a:pt x="21600" y="10800"/>
                  </a:cubicBezTo>
                  <a:cubicBezTo>
                    <a:pt x="21600" y="5082"/>
                    <a:pt x="17018" y="0"/>
                    <a:pt x="11127" y="0"/>
                  </a:cubicBezTo>
                </a:path>
              </a:pathLst>
            </a:custGeom>
            <a:solidFill>
              <a:srgbClr val="000000"/>
            </a:solidFill>
            <a:ln w="12700" cap="flat">
              <a:noFill/>
              <a:miter lim="400000"/>
            </a:ln>
            <a:effectLst/>
          </p:spPr>
          <p:txBody>
            <a:bodyPr wrap="square" lIns="45719" tIns="45719" rIns="45719" bIns="45719" numCol="1" anchor="t">
              <a:noAutofit/>
            </a:bodyPr>
            <a:lstStyle/>
            <a:p>
              <a:pPr>
                <a:defRPr>
                  <a:solidFill>
                    <a:srgbClr val="414042"/>
                  </a:solidFill>
                  <a:latin typeface="新蒂下午茶基本版"/>
                  <a:ea typeface="新蒂下午茶基本版"/>
                  <a:cs typeface="新蒂下午茶基本版"/>
                  <a:sym typeface="新蒂下午茶基本版"/>
                </a:defRPr>
              </a:pPr>
            </a:p>
          </p:txBody>
        </p:sp>
        <p:sp>
          <p:nvSpPr>
            <p:cNvPr id="404" name="Freeform 11"/>
            <p:cNvSpPr/>
            <p:nvPr/>
          </p:nvSpPr>
          <p:spPr>
            <a:xfrm>
              <a:off x="743452" y="230213"/>
              <a:ext cx="69547" cy="64159"/>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309" y="0"/>
                  </a:moveTo>
                  <a:cubicBezTo>
                    <a:pt x="7364" y="0"/>
                    <a:pt x="4909" y="1543"/>
                    <a:pt x="2945" y="3086"/>
                  </a:cubicBezTo>
                  <a:cubicBezTo>
                    <a:pt x="1473" y="5143"/>
                    <a:pt x="0" y="7714"/>
                    <a:pt x="0" y="10800"/>
                  </a:cubicBezTo>
                  <a:cubicBezTo>
                    <a:pt x="0" y="13886"/>
                    <a:pt x="1473" y="16457"/>
                    <a:pt x="2945" y="18514"/>
                  </a:cubicBezTo>
                  <a:cubicBezTo>
                    <a:pt x="4909" y="20057"/>
                    <a:pt x="7364" y="21600"/>
                    <a:pt x="10309" y="21600"/>
                  </a:cubicBezTo>
                  <a:cubicBezTo>
                    <a:pt x="13255" y="21600"/>
                    <a:pt x="15709" y="20057"/>
                    <a:pt x="17673" y="18514"/>
                  </a:cubicBezTo>
                  <a:cubicBezTo>
                    <a:pt x="19145" y="16457"/>
                    <a:pt x="20618" y="13886"/>
                    <a:pt x="20618" y="10800"/>
                  </a:cubicBezTo>
                  <a:cubicBezTo>
                    <a:pt x="21600" y="10800"/>
                    <a:pt x="21600" y="10800"/>
                    <a:pt x="21600" y="10800"/>
                  </a:cubicBezTo>
                  <a:cubicBezTo>
                    <a:pt x="21600" y="10800"/>
                    <a:pt x="21600" y="10800"/>
                    <a:pt x="21600" y="10800"/>
                  </a:cubicBezTo>
                  <a:cubicBezTo>
                    <a:pt x="20618" y="10800"/>
                    <a:pt x="20618" y="10800"/>
                    <a:pt x="20618" y="10800"/>
                  </a:cubicBezTo>
                  <a:cubicBezTo>
                    <a:pt x="20618" y="7714"/>
                    <a:pt x="19145" y="5143"/>
                    <a:pt x="17673" y="3086"/>
                  </a:cubicBezTo>
                  <a:cubicBezTo>
                    <a:pt x="15709" y="1543"/>
                    <a:pt x="13255" y="0"/>
                    <a:pt x="10309" y="0"/>
                  </a:cubicBezTo>
                </a:path>
              </a:pathLst>
            </a:custGeom>
            <a:solidFill>
              <a:srgbClr val="000000"/>
            </a:solidFill>
            <a:ln w="12700" cap="flat">
              <a:noFill/>
              <a:miter lim="400000"/>
            </a:ln>
            <a:effectLst/>
          </p:spPr>
          <p:txBody>
            <a:bodyPr wrap="square" lIns="45719" tIns="45719" rIns="45719" bIns="45719" numCol="1" anchor="t">
              <a:noAutofit/>
            </a:bodyPr>
            <a:lstStyle/>
            <a:p>
              <a:pPr>
                <a:defRPr>
                  <a:solidFill>
                    <a:srgbClr val="414042"/>
                  </a:solidFill>
                  <a:latin typeface="新蒂下午茶基本版"/>
                  <a:ea typeface="新蒂下午茶基本版"/>
                  <a:cs typeface="新蒂下午茶基本版"/>
                  <a:sym typeface="新蒂下午茶基本版"/>
                </a:defRPr>
              </a:pPr>
            </a:p>
          </p:txBody>
        </p:sp>
        <p:sp>
          <p:nvSpPr>
            <p:cNvPr id="405" name="Freeform 12"/>
            <p:cNvSpPr/>
            <p:nvPr/>
          </p:nvSpPr>
          <p:spPr>
            <a:xfrm>
              <a:off x="737575" y="224552"/>
              <a:ext cx="78362" cy="75481"/>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21600" y="10800"/>
                  </a:moveTo>
                  <a:cubicBezTo>
                    <a:pt x="21600" y="10800"/>
                    <a:pt x="21600" y="10800"/>
                    <a:pt x="21600" y="10800"/>
                  </a:cubicBezTo>
                  <a:cubicBezTo>
                    <a:pt x="21600" y="10800"/>
                    <a:pt x="21600" y="10800"/>
                    <a:pt x="21600" y="10800"/>
                  </a:cubicBezTo>
                  <a:moveTo>
                    <a:pt x="10800" y="0"/>
                  </a:moveTo>
                  <a:cubicBezTo>
                    <a:pt x="4752" y="0"/>
                    <a:pt x="0" y="4752"/>
                    <a:pt x="0" y="10800"/>
                  </a:cubicBezTo>
                  <a:cubicBezTo>
                    <a:pt x="0" y="16848"/>
                    <a:pt x="4752" y="21600"/>
                    <a:pt x="10800" y="21600"/>
                  </a:cubicBezTo>
                  <a:cubicBezTo>
                    <a:pt x="16848" y="21600"/>
                    <a:pt x="21600" y="16848"/>
                    <a:pt x="21600" y="10800"/>
                  </a:cubicBezTo>
                  <a:cubicBezTo>
                    <a:pt x="20736" y="10800"/>
                    <a:pt x="20736" y="10800"/>
                    <a:pt x="20736" y="10800"/>
                  </a:cubicBezTo>
                  <a:cubicBezTo>
                    <a:pt x="19872" y="10800"/>
                    <a:pt x="19872" y="10800"/>
                    <a:pt x="19872" y="10800"/>
                  </a:cubicBezTo>
                  <a:cubicBezTo>
                    <a:pt x="19872" y="13392"/>
                    <a:pt x="18576" y="15552"/>
                    <a:pt x="17280" y="17280"/>
                  </a:cubicBezTo>
                  <a:cubicBezTo>
                    <a:pt x="15552" y="18576"/>
                    <a:pt x="13392" y="19872"/>
                    <a:pt x="10800" y="19872"/>
                  </a:cubicBezTo>
                  <a:cubicBezTo>
                    <a:pt x="8208" y="19872"/>
                    <a:pt x="6048" y="18576"/>
                    <a:pt x="4320" y="17280"/>
                  </a:cubicBezTo>
                  <a:cubicBezTo>
                    <a:pt x="3024" y="15552"/>
                    <a:pt x="1728" y="13392"/>
                    <a:pt x="1728" y="10800"/>
                  </a:cubicBezTo>
                  <a:cubicBezTo>
                    <a:pt x="1728" y="8208"/>
                    <a:pt x="3024" y="6048"/>
                    <a:pt x="4320" y="4320"/>
                  </a:cubicBezTo>
                  <a:cubicBezTo>
                    <a:pt x="6048" y="3024"/>
                    <a:pt x="8208" y="1728"/>
                    <a:pt x="10800" y="1728"/>
                  </a:cubicBezTo>
                  <a:cubicBezTo>
                    <a:pt x="13392" y="1728"/>
                    <a:pt x="15552" y="3024"/>
                    <a:pt x="17280" y="4320"/>
                  </a:cubicBezTo>
                  <a:cubicBezTo>
                    <a:pt x="18576" y="6048"/>
                    <a:pt x="19872" y="8208"/>
                    <a:pt x="19872" y="10800"/>
                  </a:cubicBezTo>
                  <a:cubicBezTo>
                    <a:pt x="20736" y="10800"/>
                    <a:pt x="20736" y="10800"/>
                    <a:pt x="20736" y="10800"/>
                  </a:cubicBezTo>
                  <a:cubicBezTo>
                    <a:pt x="21600" y="10800"/>
                    <a:pt x="21600" y="10800"/>
                    <a:pt x="21600" y="10800"/>
                  </a:cubicBezTo>
                  <a:cubicBezTo>
                    <a:pt x="21600" y="10800"/>
                    <a:pt x="21600" y="10800"/>
                    <a:pt x="21600" y="10800"/>
                  </a:cubicBezTo>
                  <a:cubicBezTo>
                    <a:pt x="21600" y="4752"/>
                    <a:pt x="16848" y="0"/>
                    <a:pt x="10800" y="0"/>
                  </a:cubicBezTo>
                </a:path>
              </a:pathLst>
            </a:custGeom>
            <a:solidFill>
              <a:srgbClr val="000000"/>
            </a:solidFill>
            <a:ln w="12700" cap="flat">
              <a:noFill/>
              <a:miter lim="400000"/>
            </a:ln>
            <a:effectLst/>
          </p:spPr>
          <p:txBody>
            <a:bodyPr wrap="square" lIns="45719" tIns="45719" rIns="45719" bIns="45719" numCol="1" anchor="t">
              <a:noAutofit/>
            </a:bodyPr>
            <a:lstStyle/>
            <a:p>
              <a:pPr>
                <a:defRPr>
                  <a:solidFill>
                    <a:srgbClr val="414042"/>
                  </a:solidFill>
                  <a:latin typeface="新蒂下午茶基本版"/>
                  <a:ea typeface="新蒂下午茶基本版"/>
                  <a:cs typeface="新蒂下午茶基本版"/>
                  <a:sym typeface="新蒂下午茶基本版"/>
                </a:defRPr>
              </a:pPr>
            </a:p>
          </p:txBody>
        </p:sp>
        <p:sp>
          <p:nvSpPr>
            <p:cNvPr id="406" name="Freeform 13"/>
            <p:cNvSpPr/>
            <p:nvPr/>
          </p:nvSpPr>
          <p:spPr>
            <a:xfrm>
              <a:off x="952088" y="250027"/>
              <a:ext cx="348709" cy="34911"/>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20525" y="0"/>
                  </a:moveTo>
                  <a:cubicBezTo>
                    <a:pt x="1075" y="0"/>
                    <a:pt x="1075" y="0"/>
                    <a:pt x="1075" y="0"/>
                  </a:cubicBezTo>
                  <a:cubicBezTo>
                    <a:pt x="489" y="0"/>
                    <a:pt x="0" y="4696"/>
                    <a:pt x="0" y="10330"/>
                  </a:cubicBezTo>
                  <a:cubicBezTo>
                    <a:pt x="0" y="16904"/>
                    <a:pt x="489" y="21600"/>
                    <a:pt x="1075" y="21600"/>
                  </a:cubicBezTo>
                  <a:cubicBezTo>
                    <a:pt x="20525" y="21600"/>
                    <a:pt x="20525" y="21600"/>
                    <a:pt x="20525" y="21600"/>
                  </a:cubicBezTo>
                  <a:cubicBezTo>
                    <a:pt x="21111" y="21600"/>
                    <a:pt x="21600" y="16904"/>
                    <a:pt x="21600" y="10330"/>
                  </a:cubicBezTo>
                  <a:cubicBezTo>
                    <a:pt x="21600" y="4696"/>
                    <a:pt x="21111" y="0"/>
                    <a:pt x="20525" y="0"/>
                  </a:cubicBezTo>
                </a:path>
              </a:pathLst>
            </a:custGeom>
            <a:solidFill>
              <a:srgbClr val="000000"/>
            </a:solidFill>
            <a:ln w="12700" cap="flat">
              <a:noFill/>
              <a:miter lim="400000"/>
            </a:ln>
            <a:effectLst/>
          </p:spPr>
          <p:txBody>
            <a:bodyPr wrap="square" lIns="45719" tIns="45719" rIns="45719" bIns="45719" numCol="1" anchor="t">
              <a:noAutofit/>
            </a:bodyPr>
            <a:lstStyle/>
            <a:p>
              <a:pPr>
                <a:defRPr>
                  <a:solidFill>
                    <a:srgbClr val="414042"/>
                  </a:solidFill>
                  <a:latin typeface="新蒂下午茶基本版"/>
                  <a:ea typeface="新蒂下午茶基本版"/>
                  <a:cs typeface="新蒂下午茶基本版"/>
                  <a:sym typeface="新蒂下午茶基本版"/>
                </a:defRPr>
              </a:pPr>
            </a:p>
          </p:txBody>
        </p:sp>
        <p:sp>
          <p:nvSpPr>
            <p:cNvPr id="407" name="Freeform 15"/>
            <p:cNvSpPr/>
            <p:nvPr/>
          </p:nvSpPr>
          <p:spPr>
            <a:xfrm>
              <a:off x="139091" y="493449"/>
              <a:ext cx="1972744" cy="3173930"/>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21536" y="21561"/>
                  </a:moveTo>
                  <a:lnTo>
                    <a:pt x="21536" y="21517"/>
                  </a:lnTo>
                  <a:lnTo>
                    <a:pt x="139" y="21517"/>
                  </a:lnTo>
                  <a:lnTo>
                    <a:pt x="139" y="83"/>
                  </a:lnTo>
                  <a:lnTo>
                    <a:pt x="21461" y="83"/>
                  </a:lnTo>
                  <a:lnTo>
                    <a:pt x="21461" y="21561"/>
                  </a:lnTo>
                  <a:lnTo>
                    <a:pt x="21536" y="21561"/>
                  </a:lnTo>
                  <a:lnTo>
                    <a:pt x="21536" y="21517"/>
                  </a:lnTo>
                  <a:lnTo>
                    <a:pt x="21536" y="21561"/>
                  </a:lnTo>
                  <a:lnTo>
                    <a:pt x="21600" y="21561"/>
                  </a:lnTo>
                  <a:lnTo>
                    <a:pt x="21600" y="0"/>
                  </a:lnTo>
                  <a:lnTo>
                    <a:pt x="0" y="0"/>
                  </a:lnTo>
                  <a:lnTo>
                    <a:pt x="0" y="21600"/>
                  </a:lnTo>
                  <a:lnTo>
                    <a:pt x="21600" y="21600"/>
                  </a:lnTo>
                  <a:lnTo>
                    <a:pt x="21600" y="21561"/>
                  </a:lnTo>
                  <a:lnTo>
                    <a:pt x="21536" y="21561"/>
                  </a:lnTo>
                  <a:close/>
                </a:path>
              </a:pathLst>
            </a:custGeom>
            <a:solidFill>
              <a:srgbClr val="000000"/>
            </a:solidFill>
            <a:ln w="12700" cap="flat">
              <a:noFill/>
              <a:miter lim="400000"/>
            </a:ln>
            <a:effectLst/>
          </p:spPr>
          <p:txBody>
            <a:bodyPr wrap="square" lIns="45719" tIns="45719" rIns="45719" bIns="45719" numCol="1" anchor="t">
              <a:noAutofit/>
            </a:bodyPr>
            <a:lstStyle/>
            <a:p>
              <a:pPr>
                <a:defRPr>
                  <a:solidFill>
                    <a:srgbClr val="414042"/>
                  </a:solidFill>
                  <a:latin typeface="新蒂下午茶基本版"/>
                  <a:ea typeface="新蒂下午茶基本版"/>
                  <a:cs typeface="新蒂下午茶基本版"/>
                  <a:sym typeface="新蒂下午茶基本版"/>
                </a:defRPr>
              </a:pPr>
            </a:p>
          </p:txBody>
        </p:sp>
        <p:sp>
          <p:nvSpPr>
            <p:cNvPr id="408" name="Freeform 16"/>
            <p:cNvSpPr/>
            <p:nvPr/>
          </p:nvSpPr>
          <p:spPr>
            <a:xfrm>
              <a:off x="0" y="521754"/>
              <a:ext cx="28407" cy="185871"/>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21600" y="20007"/>
                  </a:moveTo>
                  <a:cubicBezTo>
                    <a:pt x="21600" y="20892"/>
                    <a:pt x="16800" y="21600"/>
                    <a:pt x="10800" y="21600"/>
                  </a:cubicBezTo>
                  <a:cubicBezTo>
                    <a:pt x="4800" y="21600"/>
                    <a:pt x="0" y="20892"/>
                    <a:pt x="0" y="20007"/>
                  </a:cubicBezTo>
                  <a:cubicBezTo>
                    <a:pt x="0" y="1593"/>
                    <a:pt x="0" y="1593"/>
                    <a:pt x="0" y="1593"/>
                  </a:cubicBezTo>
                  <a:cubicBezTo>
                    <a:pt x="0" y="708"/>
                    <a:pt x="4800" y="0"/>
                    <a:pt x="10800" y="0"/>
                  </a:cubicBezTo>
                  <a:cubicBezTo>
                    <a:pt x="16800" y="0"/>
                    <a:pt x="21600" y="708"/>
                    <a:pt x="21600" y="1593"/>
                  </a:cubicBezTo>
                  <a:lnTo>
                    <a:pt x="21600" y="20007"/>
                  </a:lnTo>
                  <a:close/>
                </a:path>
              </a:pathLst>
            </a:custGeom>
            <a:solidFill>
              <a:srgbClr val="414042"/>
            </a:solidFill>
            <a:ln w="12700" cap="flat">
              <a:noFill/>
              <a:miter lim="400000"/>
            </a:ln>
            <a:effectLst/>
          </p:spPr>
          <p:txBody>
            <a:bodyPr wrap="square" lIns="45719" tIns="45719" rIns="45719" bIns="45719" numCol="1" anchor="t">
              <a:noAutofit/>
            </a:bodyPr>
            <a:lstStyle/>
            <a:p>
              <a:pPr>
                <a:defRPr>
                  <a:solidFill>
                    <a:srgbClr val="414042"/>
                  </a:solidFill>
                  <a:latin typeface="新蒂下午茶基本版"/>
                  <a:ea typeface="新蒂下午茶基本版"/>
                  <a:cs typeface="新蒂下午茶基本版"/>
                  <a:sym typeface="新蒂下午茶基本版"/>
                </a:defRPr>
              </a:pPr>
            </a:p>
          </p:txBody>
        </p:sp>
        <p:sp>
          <p:nvSpPr>
            <p:cNvPr id="409" name="Freeform 17"/>
            <p:cNvSpPr/>
            <p:nvPr/>
          </p:nvSpPr>
          <p:spPr>
            <a:xfrm>
              <a:off x="0" y="874623"/>
              <a:ext cx="28407" cy="311355"/>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21600" y="20020"/>
                  </a:moveTo>
                  <a:cubicBezTo>
                    <a:pt x="21600" y="20862"/>
                    <a:pt x="16800" y="21600"/>
                    <a:pt x="10800" y="21600"/>
                  </a:cubicBezTo>
                  <a:cubicBezTo>
                    <a:pt x="4800" y="21600"/>
                    <a:pt x="0" y="20862"/>
                    <a:pt x="0" y="20020"/>
                  </a:cubicBezTo>
                  <a:cubicBezTo>
                    <a:pt x="0" y="1580"/>
                    <a:pt x="0" y="1580"/>
                    <a:pt x="0" y="1580"/>
                  </a:cubicBezTo>
                  <a:cubicBezTo>
                    <a:pt x="0" y="738"/>
                    <a:pt x="4800" y="0"/>
                    <a:pt x="10800" y="0"/>
                  </a:cubicBezTo>
                  <a:cubicBezTo>
                    <a:pt x="16800" y="0"/>
                    <a:pt x="21600" y="738"/>
                    <a:pt x="21600" y="1580"/>
                  </a:cubicBezTo>
                  <a:lnTo>
                    <a:pt x="21600" y="20020"/>
                  </a:lnTo>
                  <a:close/>
                </a:path>
              </a:pathLst>
            </a:custGeom>
            <a:solidFill>
              <a:srgbClr val="414042"/>
            </a:solidFill>
            <a:ln w="12700" cap="flat">
              <a:noFill/>
              <a:miter lim="400000"/>
            </a:ln>
            <a:effectLst/>
          </p:spPr>
          <p:txBody>
            <a:bodyPr wrap="square" lIns="45719" tIns="45719" rIns="45719" bIns="45719" numCol="1" anchor="t">
              <a:noAutofit/>
            </a:bodyPr>
            <a:lstStyle/>
            <a:p>
              <a:pPr>
                <a:defRPr>
                  <a:solidFill>
                    <a:srgbClr val="414042"/>
                  </a:solidFill>
                  <a:latin typeface="新蒂下午茶基本版"/>
                  <a:ea typeface="新蒂下午茶基本版"/>
                  <a:cs typeface="新蒂下午茶基本版"/>
                  <a:sym typeface="新蒂下午茶基本版"/>
                </a:defRPr>
              </a:pPr>
            </a:p>
          </p:txBody>
        </p:sp>
        <p:sp>
          <p:nvSpPr>
            <p:cNvPr id="410" name="Freeform 18"/>
            <p:cNvSpPr/>
            <p:nvPr/>
          </p:nvSpPr>
          <p:spPr>
            <a:xfrm>
              <a:off x="0" y="1269005"/>
              <a:ext cx="28407" cy="311356"/>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21600" y="20020"/>
                  </a:moveTo>
                  <a:cubicBezTo>
                    <a:pt x="21600" y="20862"/>
                    <a:pt x="16800" y="21600"/>
                    <a:pt x="10800" y="21600"/>
                  </a:cubicBezTo>
                  <a:cubicBezTo>
                    <a:pt x="4800" y="21600"/>
                    <a:pt x="0" y="20862"/>
                    <a:pt x="0" y="20020"/>
                  </a:cubicBezTo>
                  <a:cubicBezTo>
                    <a:pt x="0" y="1580"/>
                    <a:pt x="0" y="1580"/>
                    <a:pt x="0" y="1580"/>
                  </a:cubicBezTo>
                  <a:cubicBezTo>
                    <a:pt x="0" y="738"/>
                    <a:pt x="4800" y="0"/>
                    <a:pt x="10800" y="0"/>
                  </a:cubicBezTo>
                  <a:cubicBezTo>
                    <a:pt x="16800" y="0"/>
                    <a:pt x="21600" y="738"/>
                    <a:pt x="21600" y="1580"/>
                  </a:cubicBezTo>
                  <a:lnTo>
                    <a:pt x="21600" y="20020"/>
                  </a:lnTo>
                  <a:close/>
                </a:path>
              </a:pathLst>
            </a:custGeom>
            <a:solidFill>
              <a:srgbClr val="414042"/>
            </a:solidFill>
            <a:ln w="12700" cap="flat">
              <a:noFill/>
              <a:miter lim="400000"/>
            </a:ln>
            <a:effectLst/>
          </p:spPr>
          <p:txBody>
            <a:bodyPr wrap="square" lIns="45719" tIns="45719" rIns="45719" bIns="45719" numCol="1" anchor="t">
              <a:noAutofit/>
            </a:bodyPr>
            <a:lstStyle/>
            <a:p>
              <a:pPr>
                <a:defRPr>
                  <a:solidFill>
                    <a:srgbClr val="414042"/>
                  </a:solidFill>
                  <a:latin typeface="新蒂下午茶基本版"/>
                  <a:ea typeface="新蒂下午茶基本版"/>
                  <a:cs typeface="新蒂下午茶基本版"/>
                  <a:sym typeface="新蒂下午茶基本版"/>
                </a:defRPr>
              </a:pPr>
            </a:p>
          </p:txBody>
        </p:sp>
        <p:sp>
          <p:nvSpPr>
            <p:cNvPr id="411" name="Freeform 19"/>
            <p:cNvSpPr/>
            <p:nvPr/>
          </p:nvSpPr>
          <p:spPr>
            <a:xfrm>
              <a:off x="2204888" y="874623"/>
              <a:ext cx="28408" cy="311355"/>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21600" y="20020"/>
                  </a:moveTo>
                  <a:cubicBezTo>
                    <a:pt x="21600" y="20862"/>
                    <a:pt x="16800" y="21600"/>
                    <a:pt x="10800" y="21600"/>
                  </a:cubicBezTo>
                  <a:cubicBezTo>
                    <a:pt x="4800" y="21600"/>
                    <a:pt x="0" y="20862"/>
                    <a:pt x="0" y="20020"/>
                  </a:cubicBezTo>
                  <a:cubicBezTo>
                    <a:pt x="0" y="1580"/>
                    <a:pt x="0" y="1580"/>
                    <a:pt x="0" y="1580"/>
                  </a:cubicBezTo>
                  <a:cubicBezTo>
                    <a:pt x="0" y="738"/>
                    <a:pt x="4800" y="0"/>
                    <a:pt x="10800" y="0"/>
                  </a:cubicBezTo>
                  <a:cubicBezTo>
                    <a:pt x="16800" y="0"/>
                    <a:pt x="21600" y="738"/>
                    <a:pt x="21600" y="1580"/>
                  </a:cubicBezTo>
                  <a:lnTo>
                    <a:pt x="21600" y="20020"/>
                  </a:lnTo>
                  <a:close/>
                </a:path>
              </a:pathLst>
            </a:custGeom>
            <a:solidFill>
              <a:srgbClr val="414042"/>
            </a:solidFill>
            <a:ln w="12700" cap="flat">
              <a:noFill/>
              <a:miter lim="400000"/>
            </a:ln>
            <a:effectLst/>
          </p:spPr>
          <p:txBody>
            <a:bodyPr wrap="square" lIns="45719" tIns="45719" rIns="45719" bIns="45719" numCol="1" anchor="t">
              <a:noAutofit/>
            </a:bodyPr>
            <a:lstStyle/>
            <a:p>
              <a:pPr>
                <a:defRPr>
                  <a:solidFill>
                    <a:srgbClr val="414042"/>
                  </a:solidFill>
                  <a:latin typeface="新蒂下午茶基本版"/>
                  <a:ea typeface="新蒂下午茶基本版"/>
                  <a:cs typeface="新蒂下午茶基本版"/>
                  <a:sym typeface="新蒂下午茶基本版"/>
                </a:defRPr>
              </a:pPr>
            </a:p>
          </p:txBody>
        </p:sp>
      </p:grpSp>
      <p:pic>
        <p:nvPicPr>
          <p:cNvPr id="413" name="Picture 16" descr="Picture 16"/>
          <p:cNvPicPr>
            <a:picLocks noChangeAspect="1"/>
          </p:cNvPicPr>
          <p:nvPr/>
        </p:nvPicPr>
        <p:blipFill>
          <a:blip r:embed="rId2">
            <a:extLst/>
          </a:blip>
          <a:stretch>
            <a:fillRect/>
          </a:stretch>
        </p:blipFill>
        <p:spPr>
          <a:xfrm>
            <a:off x="5944234" y="1039494"/>
            <a:ext cx="1929766" cy="3147062"/>
          </a:xfrm>
          <a:prstGeom prst="rect">
            <a:avLst/>
          </a:prstGeom>
          <a:ln w="12700">
            <a:miter lim="400000"/>
          </a:ln>
        </p:spPr>
      </p:pic>
      <p:pic>
        <p:nvPicPr>
          <p:cNvPr id="414" name="Picture 27" descr="Picture 27"/>
          <p:cNvPicPr>
            <a:picLocks noChangeAspect="1"/>
          </p:cNvPicPr>
          <p:nvPr/>
        </p:nvPicPr>
        <p:blipFill>
          <a:blip r:embed="rId3">
            <a:extLst/>
          </a:blip>
          <a:stretch>
            <a:fillRect/>
          </a:stretch>
        </p:blipFill>
        <p:spPr>
          <a:xfrm>
            <a:off x="5888990" y="1039494"/>
            <a:ext cx="1999616" cy="3174366"/>
          </a:xfrm>
          <a:prstGeom prst="rect">
            <a:avLst/>
          </a:prstGeom>
          <a:ln w="12700">
            <a:miter lim="400000"/>
          </a:ln>
        </p:spPr>
      </p:pic>
      <p:pic>
        <p:nvPicPr>
          <p:cNvPr id="415" name="Picture 33" descr="Picture 33"/>
          <p:cNvPicPr>
            <a:picLocks noChangeAspect="1"/>
          </p:cNvPicPr>
          <p:nvPr/>
        </p:nvPicPr>
        <p:blipFill>
          <a:blip r:embed="rId4">
            <a:extLst/>
          </a:blip>
          <a:stretch>
            <a:fillRect/>
          </a:stretch>
        </p:blipFill>
        <p:spPr>
          <a:xfrm>
            <a:off x="5947409" y="968375"/>
            <a:ext cx="1986916" cy="3263266"/>
          </a:xfrm>
          <a:prstGeom prst="rect">
            <a:avLst/>
          </a:prstGeom>
          <a:ln w="12700">
            <a:miter lim="400000"/>
          </a:ln>
        </p:spPr>
      </p:pic>
      <p:pic>
        <p:nvPicPr>
          <p:cNvPr id="416" name="Picture 34" descr="Picture 34"/>
          <p:cNvPicPr>
            <a:picLocks noChangeAspect="1"/>
          </p:cNvPicPr>
          <p:nvPr/>
        </p:nvPicPr>
        <p:blipFill>
          <a:blip r:embed="rId5">
            <a:extLst/>
          </a:blip>
          <a:stretch>
            <a:fillRect/>
          </a:stretch>
        </p:blipFill>
        <p:spPr>
          <a:xfrm>
            <a:off x="5894704" y="931544"/>
            <a:ext cx="1993901" cy="3300097"/>
          </a:xfrm>
          <a:prstGeom prst="rect">
            <a:avLst/>
          </a:prstGeom>
          <a:ln w="12700">
            <a:miter lim="400000"/>
          </a:ln>
        </p:spPr>
      </p:pic>
      <p:pic>
        <p:nvPicPr>
          <p:cNvPr id="417" name="Picture 35" descr="Picture 35"/>
          <p:cNvPicPr>
            <a:picLocks noChangeAspect="1"/>
          </p:cNvPicPr>
          <p:nvPr/>
        </p:nvPicPr>
        <p:blipFill>
          <a:blip r:embed="rId6">
            <a:extLst/>
          </a:blip>
          <a:stretch>
            <a:fillRect/>
          </a:stretch>
        </p:blipFill>
        <p:spPr>
          <a:xfrm>
            <a:off x="5885815" y="950594"/>
            <a:ext cx="2048511" cy="3252472"/>
          </a:xfrm>
          <a:prstGeom prst="rect">
            <a:avLst/>
          </a:prstGeom>
          <a:ln w="12700">
            <a:miter lim="400000"/>
          </a:ln>
        </p:spPr>
      </p:pic>
    </p:spTree>
  </p:cSld>
  <p:clrMapOvr>
    <a:masterClrMapping/>
  </p:clrMapOvr>
  <mc:AlternateContent xmlns:mc="http://schemas.openxmlformats.org/markup-compatibility/2006">
    <mc:Choice xmlns:p14="http://schemas.microsoft.com/office/powerpoint/2010/main" Requires="p14">
      <p:transition spd="slow" advClick="0" advTm="0" p14:dur="1200">
        <p:wipe dir="l"/>
      </p:transition>
    </mc:Choice>
    <mc:Fallback>
      <p:transition spd="slow">
        <p:fade/>
      </p:transition>
    </mc:Fallback>
  </mc:AlternateContent>
  <p:timing>
    <p:tnLst>
      <p:par>
        <p:cTn id="1" nodeType="tmRoot" restart="never" dur="indefinite" fill="hold">
          <p:childTnLst>
            <p:seq concurrent="1" prevAc="none" nextAc="seek">
              <p:cTn id="2" nodeType="mainSeq" dur="indefinite" fill="hold">
                <p:childTnLst>
                  <p:par>
                    <p:cTn id="3" fill="hold">
                      <p:stCondLst>
                        <p:cond delay="indefinite"/>
                      </p:stCondLst>
                      <p:childTnLst>
                        <p:par>
                          <p:cTn id="4" fill="hold">
                            <p:stCondLst>
                              <p:cond delay="0"/>
                            </p:stCondLst>
                            <p:childTnLst>
                              <p:par>
                                <p:cTn id="5" presetClass="entr" nodeType="clickEffect" presetSubtype="4" presetID="2" grpId="1" fill="hold">
                                  <p:stCondLst>
                                    <p:cond delay="0"/>
                                  </p:stCondLst>
                                  <p:iterate type="el" backwards="0">
                                    <p:tmAbs val="0"/>
                                  </p:iterate>
                                  <p:childTnLst>
                                    <p:set>
                                      <p:cBhvr>
                                        <p:cTn id="6" fill="hold"/>
                                        <p:tgtEl>
                                          <p:spTgt spid="412"/>
                                        </p:tgtEl>
                                        <p:attrNameLst>
                                          <p:attrName>style.visibility</p:attrName>
                                        </p:attrNameLst>
                                      </p:cBhvr>
                                      <p:to>
                                        <p:strVal val="visible"/>
                                      </p:to>
                                    </p:set>
                                    <p:anim calcmode="lin" valueType="num">
                                      <p:cBhvr>
                                        <p:cTn id="7" dur="500" fill="hold"/>
                                        <p:tgtEl>
                                          <p:spTgt spid="412"/>
                                        </p:tgtEl>
                                        <p:attrNameLst>
                                          <p:attrName>ppt_x</p:attrName>
                                        </p:attrNameLst>
                                      </p:cBhvr>
                                      <p:tavLst>
                                        <p:tav tm="0">
                                          <p:val>
                                            <p:strVal val="#ppt_x"/>
                                          </p:val>
                                        </p:tav>
                                        <p:tav tm="100000">
                                          <p:val>
                                            <p:strVal val="#ppt_x"/>
                                          </p:val>
                                        </p:tav>
                                      </p:tavLst>
                                    </p:anim>
                                    <p:anim calcmode="lin" valueType="num">
                                      <p:cBhvr>
                                        <p:cTn id="8" dur="500" fill="hold"/>
                                        <p:tgtEl>
                                          <p:spTgt spid="41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bldLst>
      <p:bldP build="whole" bldLvl="1" animBg="1" rev="0" advAuto="0" spid="412" grpId="1"/>
    </p:bldLst>
  </p:timing>
</p:sld>
</file>

<file path=ppt/slides/slide20.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419" name="矩形 37"/>
          <p:cNvSpPr txBox="1"/>
          <p:nvPr/>
        </p:nvSpPr>
        <p:spPr>
          <a:xfrm>
            <a:off x="1897442" y="336522"/>
            <a:ext cx="5349115" cy="53594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lgn="ctr">
              <a:defRPr sz="3000">
                <a:solidFill>
                  <a:srgbClr val="C00000"/>
                </a:solidFill>
                <a:latin typeface="Andalus"/>
                <a:ea typeface="Andalus"/>
                <a:cs typeface="Andalus"/>
                <a:sym typeface="Andalus"/>
              </a:defRPr>
            </a:lvl1pPr>
          </a:lstStyle>
          <a:p>
            <a:pPr/>
            <a:r>
              <a:t>Features : Uploading Files</a:t>
            </a:r>
          </a:p>
        </p:txBody>
      </p:sp>
      <p:grpSp>
        <p:nvGrpSpPr>
          <p:cNvPr id="424" name="Google Shape;1508;p117"/>
          <p:cNvGrpSpPr/>
          <p:nvPr/>
        </p:nvGrpSpPr>
        <p:grpSpPr>
          <a:xfrm>
            <a:off x="2773422" y="1168287"/>
            <a:ext cx="1901978" cy="3234253"/>
            <a:chOff x="0" y="0"/>
            <a:chExt cx="1901977" cy="3234251"/>
          </a:xfrm>
        </p:grpSpPr>
        <p:sp>
          <p:nvSpPr>
            <p:cNvPr id="420" name="Google Shape;1509;p117"/>
            <p:cNvSpPr/>
            <p:nvPr/>
          </p:nvSpPr>
          <p:spPr>
            <a:xfrm>
              <a:off x="-1" y="-1"/>
              <a:ext cx="1901979" cy="3234253"/>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708" y="0"/>
                  </a:moveTo>
                  <a:cubicBezTo>
                    <a:pt x="764" y="0"/>
                    <a:pt x="0" y="449"/>
                    <a:pt x="0" y="1004"/>
                  </a:cubicBezTo>
                  <a:lnTo>
                    <a:pt x="0" y="20596"/>
                  </a:lnTo>
                  <a:cubicBezTo>
                    <a:pt x="0" y="21151"/>
                    <a:pt x="764" y="21600"/>
                    <a:pt x="1708" y="21600"/>
                  </a:cubicBezTo>
                  <a:lnTo>
                    <a:pt x="19892" y="21600"/>
                  </a:lnTo>
                  <a:cubicBezTo>
                    <a:pt x="20836" y="21600"/>
                    <a:pt x="21600" y="21151"/>
                    <a:pt x="21600" y="20596"/>
                  </a:cubicBezTo>
                  <a:lnTo>
                    <a:pt x="21600" y="1004"/>
                  </a:lnTo>
                  <a:cubicBezTo>
                    <a:pt x="21600" y="449"/>
                    <a:pt x="20836" y="0"/>
                    <a:pt x="19892" y="0"/>
                  </a:cubicBezTo>
                  <a:close/>
                </a:path>
              </a:pathLst>
            </a:custGeom>
            <a:noFill/>
            <a:ln w="28575" cap="flat">
              <a:solidFill>
                <a:schemeClr val="accent1"/>
              </a:solidFill>
              <a:prstDash val="solid"/>
              <a:round/>
            </a:ln>
            <a:effectLst/>
          </p:spPr>
          <p:txBody>
            <a:bodyPr wrap="square" lIns="45719" tIns="45719" rIns="45719" bIns="45719" numCol="1" anchor="ctr">
              <a:noAutofit/>
            </a:bodyPr>
            <a:lstStyle/>
            <a:p>
              <a:pPr/>
            </a:p>
          </p:txBody>
        </p:sp>
        <p:sp>
          <p:nvSpPr>
            <p:cNvPr id="421" name="Google Shape;1510;p117"/>
            <p:cNvSpPr/>
            <p:nvPr/>
          </p:nvSpPr>
          <p:spPr>
            <a:xfrm>
              <a:off x="-1" y="277783"/>
              <a:ext cx="1901979" cy="2806092"/>
            </a:xfrm>
            <a:prstGeom prst="rect">
              <a:avLst/>
            </a:prstGeom>
            <a:noFill/>
            <a:ln w="28575" cap="flat">
              <a:solidFill>
                <a:schemeClr val="accent1"/>
              </a:solidFill>
              <a:prstDash val="solid"/>
              <a:round/>
            </a:ln>
            <a:effectLst/>
          </p:spPr>
          <p:txBody>
            <a:bodyPr wrap="square" lIns="45719" tIns="45719" rIns="45719" bIns="45719" numCol="1" anchor="ctr">
              <a:noAutofit/>
            </a:bodyPr>
            <a:lstStyle/>
            <a:p>
              <a:pPr/>
            </a:p>
          </p:txBody>
        </p:sp>
        <p:sp>
          <p:nvSpPr>
            <p:cNvPr id="422" name="Google Shape;1511;p117"/>
            <p:cNvSpPr/>
            <p:nvPr/>
          </p:nvSpPr>
          <p:spPr>
            <a:xfrm>
              <a:off x="1176561" y="111464"/>
              <a:ext cx="79630" cy="79615"/>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1040" y="0"/>
                  </a:moveTo>
                  <a:cubicBezTo>
                    <a:pt x="4801" y="0"/>
                    <a:pt x="0" y="4802"/>
                    <a:pt x="0" y="10562"/>
                  </a:cubicBezTo>
                  <a:cubicBezTo>
                    <a:pt x="0" y="16802"/>
                    <a:pt x="4801" y="21600"/>
                    <a:pt x="11040" y="21600"/>
                  </a:cubicBezTo>
                  <a:cubicBezTo>
                    <a:pt x="16799" y="21600"/>
                    <a:pt x="21600" y="16802"/>
                    <a:pt x="21600" y="10562"/>
                  </a:cubicBezTo>
                  <a:cubicBezTo>
                    <a:pt x="21600" y="4802"/>
                    <a:pt x="16799" y="0"/>
                    <a:pt x="11040" y="0"/>
                  </a:cubicBezTo>
                  <a:close/>
                </a:path>
              </a:pathLst>
            </a:custGeom>
            <a:solidFill>
              <a:schemeClr val="accent1"/>
            </a:solidFill>
            <a:ln w="12700" cap="flat">
              <a:noFill/>
              <a:miter lim="400000"/>
            </a:ln>
            <a:effectLst/>
          </p:spPr>
          <p:txBody>
            <a:bodyPr wrap="square" lIns="45719" tIns="45719" rIns="45719" bIns="45719" numCol="1" anchor="ctr">
              <a:noAutofit/>
            </a:bodyPr>
            <a:lstStyle/>
            <a:p>
              <a:pPr/>
            </a:p>
          </p:txBody>
        </p:sp>
        <p:sp>
          <p:nvSpPr>
            <p:cNvPr id="423" name="Google Shape;1512;p117"/>
            <p:cNvSpPr/>
            <p:nvPr/>
          </p:nvSpPr>
          <p:spPr>
            <a:xfrm>
              <a:off x="645786" y="111464"/>
              <a:ext cx="468862" cy="79615"/>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874" y="0"/>
                  </a:moveTo>
                  <a:cubicBezTo>
                    <a:pt x="815" y="0"/>
                    <a:pt x="0" y="4802"/>
                    <a:pt x="0" y="10562"/>
                  </a:cubicBezTo>
                  <a:cubicBezTo>
                    <a:pt x="0" y="16802"/>
                    <a:pt x="815" y="21600"/>
                    <a:pt x="1874" y="21600"/>
                  </a:cubicBezTo>
                  <a:lnTo>
                    <a:pt x="19807" y="21600"/>
                  </a:lnTo>
                  <a:cubicBezTo>
                    <a:pt x="20785" y="21600"/>
                    <a:pt x="21600" y="16802"/>
                    <a:pt x="21600" y="10562"/>
                  </a:cubicBezTo>
                  <a:cubicBezTo>
                    <a:pt x="21600" y="4802"/>
                    <a:pt x="20785" y="0"/>
                    <a:pt x="19807" y="0"/>
                  </a:cubicBezTo>
                  <a:close/>
                </a:path>
              </a:pathLst>
            </a:custGeom>
            <a:solidFill>
              <a:schemeClr val="accent1"/>
            </a:solidFill>
            <a:ln w="12700" cap="flat">
              <a:noFill/>
              <a:miter lim="400000"/>
            </a:ln>
            <a:effectLst/>
          </p:spPr>
          <p:txBody>
            <a:bodyPr wrap="square" lIns="45719" tIns="45719" rIns="45719" bIns="45719" numCol="1" anchor="ctr">
              <a:noAutofit/>
            </a:bodyPr>
            <a:lstStyle/>
            <a:p>
              <a:pPr/>
            </a:p>
          </p:txBody>
        </p:sp>
      </p:grpSp>
      <p:grpSp>
        <p:nvGrpSpPr>
          <p:cNvPr id="429" name="Google Shape;1508;p117"/>
          <p:cNvGrpSpPr/>
          <p:nvPr/>
        </p:nvGrpSpPr>
        <p:grpSpPr>
          <a:xfrm>
            <a:off x="100160" y="1168287"/>
            <a:ext cx="1901979" cy="3234253"/>
            <a:chOff x="0" y="0"/>
            <a:chExt cx="1901977" cy="3234251"/>
          </a:xfrm>
        </p:grpSpPr>
        <p:sp>
          <p:nvSpPr>
            <p:cNvPr id="425" name="Google Shape;1509;p117"/>
            <p:cNvSpPr/>
            <p:nvPr/>
          </p:nvSpPr>
          <p:spPr>
            <a:xfrm>
              <a:off x="-1" y="-1"/>
              <a:ext cx="1901979" cy="3234253"/>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708" y="0"/>
                  </a:moveTo>
                  <a:cubicBezTo>
                    <a:pt x="764" y="0"/>
                    <a:pt x="0" y="449"/>
                    <a:pt x="0" y="1004"/>
                  </a:cubicBezTo>
                  <a:lnTo>
                    <a:pt x="0" y="20596"/>
                  </a:lnTo>
                  <a:cubicBezTo>
                    <a:pt x="0" y="21151"/>
                    <a:pt x="764" y="21600"/>
                    <a:pt x="1708" y="21600"/>
                  </a:cubicBezTo>
                  <a:lnTo>
                    <a:pt x="19892" y="21600"/>
                  </a:lnTo>
                  <a:cubicBezTo>
                    <a:pt x="20836" y="21600"/>
                    <a:pt x="21600" y="21151"/>
                    <a:pt x="21600" y="20596"/>
                  </a:cubicBezTo>
                  <a:lnTo>
                    <a:pt x="21600" y="1004"/>
                  </a:lnTo>
                  <a:cubicBezTo>
                    <a:pt x="21600" y="449"/>
                    <a:pt x="20836" y="0"/>
                    <a:pt x="19892" y="0"/>
                  </a:cubicBezTo>
                  <a:close/>
                </a:path>
              </a:pathLst>
            </a:custGeom>
            <a:noFill/>
            <a:ln w="28575" cap="flat">
              <a:solidFill>
                <a:schemeClr val="accent1"/>
              </a:solidFill>
              <a:prstDash val="solid"/>
              <a:round/>
            </a:ln>
            <a:effectLst/>
          </p:spPr>
          <p:txBody>
            <a:bodyPr wrap="square" lIns="45719" tIns="45719" rIns="45719" bIns="45719" numCol="1" anchor="ctr">
              <a:noAutofit/>
            </a:bodyPr>
            <a:lstStyle/>
            <a:p>
              <a:pPr/>
            </a:p>
          </p:txBody>
        </p:sp>
        <p:sp>
          <p:nvSpPr>
            <p:cNvPr id="426" name="Google Shape;1510;p117"/>
            <p:cNvSpPr/>
            <p:nvPr/>
          </p:nvSpPr>
          <p:spPr>
            <a:xfrm>
              <a:off x="-1" y="277783"/>
              <a:ext cx="1901979" cy="2806092"/>
            </a:xfrm>
            <a:prstGeom prst="rect">
              <a:avLst/>
            </a:prstGeom>
            <a:noFill/>
            <a:ln w="28575" cap="flat">
              <a:solidFill>
                <a:schemeClr val="accent1"/>
              </a:solidFill>
              <a:prstDash val="solid"/>
              <a:round/>
            </a:ln>
            <a:effectLst/>
          </p:spPr>
          <p:txBody>
            <a:bodyPr wrap="square" lIns="45719" tIns="45719" rIns="45719" bIns="45719" numCol="1" anchor="ctr">
              <a:noAutofit/>
            </a:bodyPr>
            <a:lstStyle/>
            <a:p>
              <a:pPr/>
            </a:p>
          </p:txBody>
        </p:sp>
        <p:sp>
          <p:nvSpPr>
            <p:cNvPr id="427" name="Google Shape;1511;p117"/>
            <p:cNvSpPr/>
            <p:nvPr/>
          </p:nvSpPr>
          <p:spPr>
            <a:xfrm>
              <a:off x="1176561" y="111464"/>
              <a:ext cx="79630" cy="79614"/>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1040" y="0"/>
                  </a:moveTo>
                  <a:cubicBezTo>
                    <a:pt x="4801" y="0"/>
                    <a:pt x="0" y="4802"/>
                    <a:pt x="0" y="10562"/>
                  </a:cubicBezTo>
                  <a:cubicBezTo>
                    <a:pt x="0" y="16802"/>
                    <a:pt x="4801" y="21600"/>
                    <a:pt x="11040" y="21600"/>
                  </a:cubicBezTo>
                  <a:cubicBezTo>
                    <a:pt x="16799" y="21600"/>
                    <a:pt x="21600" y="16802"/>
                    <a:pt x="21600" y="10562"/>
                  </a:cubicBezTo>
                  <a:cubicBezTo>
                    <a:pt x="21600" y="4802"/>
                    <a:pt x="16799" y="0"/>
                    <a:pt x="11040" y="0"/>
                  </a:cubicBezTo>
                  <a:close/>
                </a:path>
              </a:pathLst>
            </a:custGeom>
            <a:solidFill>
              <a:schemeClr val="accent1"/>
            </a:solidFill>
            <a:ln w="12700" cap="flat">
              <a:noFill/>
              <a:miter lim="400000"/>
            </a:ln>
            <a:effectLst/>
          </p:spPr>
          <p:txBody>
            <a:bodyPr wrap="square" lIns="45719" tIns="45719" rIns="45719" bIns="45719" numCol="1" anchor="ctr">
              <a:noAutofit/>
            </a:bodyPr>
            <a:lstStyle/>
            <a:p>
              <a:pPr/>
            </a:p>
          </p:txBody>
        </p:sp>
        <p:sp>
          <p:nvSpPr>
            <p:cNvPr id="428" name="Google Shape;1512;p117"/>
            <p:cNvSpPr/>
            <p:nvPr/>
          </p:nvSpPr>
          <p:spPr>
            <a:xfrm>
              <a:off x="645786" y="111464"/>
              <a:ext cx="468862" cy="79614"/>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874" y="0"/>
                  </a:moveTo>
                  <a:cubicBezTo>
                    <a:pt x="815" y="0"/>
                    <a:pt x="0" y="4802"/>
                    <a:pt x="0" y="10562"/>
                  </a:cubicBezTo>
                  <a:cubicBezTo>
                    <a:pt x="0" y="16802"/>
                    <a:pt x="815" y="21600"/>
                    <a:pt x="1874" y="21600"/>
                  </a:cubicBezTo>
                  <a:lnTo>
                    <a:pt x="19807" y="21600"/>
                  </a:lnTo>
                  <a:cubicBezTo>
                    <a:pt x="20785" y="21600"/>
                    <a:pt x="21600" y="16802"/>
                    <a:pt x="21600" y="10562"/>
                  </a:cubicBezTo>
                  <a:cubicBezTo>
                    <a:pt x="21600" y="4802"/>
                    <a:pt x="20785" y="0"/>
                    <a:pt x="19807" y="0"/>
                  </a:cubicBezTo>
                  <a:close/>
                </a:path>
              </a:pathLst>
            </a:custGeom>
            <a:solidFill>
              <a:schemeClr val="accent1"/>
            </a:solidFill>
            <a:ln w="12700" cap="flat">
              <a:noFill/>
              <a:miter lim="400000"/>
            </a:ln>
            <a:effectLst/>
          </p:spPr>
          <p:txBody>
            <a:bodyPr wrap="square" lIns="45719" tIns="45719" rIns="45719" bIns="45719" numCol="1" anchor="ctr">
              <a:noAutofit/>
            </a:bodyPr>
            <a:lstStyle/>
            <a:p>
              <a:pPr/>
            </a:p>
          </p:txBody>
        </p:sp>
      </p:grpSp>
      <p:grpSp>
        <p:nvGrpSpPr>
          <p:cNvPr id="433" name="Google Shape;1483;p115"/>
          <p:cNvGrpSpPr/>
          <p:nvPr/>
        </p:nvGrpSpPr>
        <p:grpSpPr>
          <a:xfrm>
            <a:off x="5606024" y="1877909"/>
            <a:ext cx="3017884" cy="2531353"/>
            <a:chOff x="0" y="0"/>
            <a:chExt cx="3017883" cy="2531352"/>
          </a:xfrm>
        </p:grpSpPr>
        <p:sp>
          <p:nvSpPr>
            <p:cNvPr id="430" name="Google Shape;1484;p115"/>
            <p:cNvSpPr/>
            <p:nvPr/>
          </p:nvSpPr>
          <p:spPr>
            <a:xfrm>
              <a:off x="1062925" y="2065363"/>
              <a:ext cx="892871" cy="391162"/>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2324" y="0"/>
                  </a:moveTo>
                  <a:cubicBezTo>
                    <a:pt x="1543" y="7231"/>
                    <a:pt x="761" y="14416"/>
                    <a:pt x="0" y="21600"/>
                  </a:cubicBezTo>
                  <a:lnTo>
                    <a:pt x="21600" y="21600"/>
                  </a:lnTo>
                  <a:lnTo>
                    <a:pt x="19296" y="0"/>
                  </a:lnTo>
                  <a:close/>
                </a:path>
              </a:pathLst>
            </a:custGeom>
            <a:noFill/>
            <a:ln w="28575" cap="flat">
              <a:solidFill>
                <a:schemeClr val="accent1"/>
              </a:solidFill>
              <a:prstDash val="solid"/>
              <a:round/>
            </a:ln>
            <a:effectLst/>
          </p:spPr>
          <p:txBody>
            <a:bodyPr wrap="square" lIns="45719" tIns="45719" rIns="45719" bIns="45719" numCol="1" anchor="ctr">
              <a:noAutofit/>
            </a:bodyPr>
            <a:lstStyle/>
            <a:p>
              <a:pPr/>
            </a:p>
          </p:txBody>
        </p:sp>
        <p:sp>
          <p:nvSpPr>
            <p:cNvPr id="431" name="Google Shape;1485;p115"/>
            <p:cNvSpPr/>
            <p:nvPr/>
          </p:nvSpPr>
          <p:spPr>
            <a:xfrm>
              <a:off x="960888" y="2456515"/>
              <a:ext cx="1096100" cy="74839"/>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922" y="0"/>
                  </a:moveTo>
                  <a:cubicBezTo>
                    <a:pt x="419" y="0"/>
                    <a:pt x="0" y="7119"/>
                    <a:pt x="0" y="15708"/>
                  </a:cubicBezTo>
                  <a:lnTo>
                    <a:pt x="0" y="21600"/>
                  </a:lnTo>
                  <a:lnTo>
                    <a:pt x="21600" y="21600"/>
                  </a:lnTo>
                  <a:lnTo>
                    <a:pt x="21600" y="15708"/>
                  </a:lnTo>
                  <a:cubicBezTo>
                    <a:pt x="21600" y="7119"/>
                    <a:pt x="21198" y="0"/>
                    <a:pt x="20695" y="0"/>
                  </a:cubicBezTo>
                  <a:close/>
                </a:path>
              </a:pathLst>
            </a:custGeom>
            <a:noFill/>
            <a:ln w="28575" cap="flat">
              <a:solidFill>
                <a:schemeClr val="accent1"/>
              </a:solidFill>
              <a:prstDash val="solid"/>
              <a:round/>
            </a:ln>
            <a:effectLst/>
          </p:spPr>
          <p:txBody>
            <a:bodyPr wrap="square" lIns="45719" tIns="45719" rIns="45719" bIns="45719" numCol="1" anchor="ctr">
              <a:noAutofit/>
            </a:bodyPr>
            <a:lstStyle/>
            <a:p>
              <a:pPr/>
            </a:p>
          </p:txBody>
        </p:sp>
        <p:sp>
          <p:nvSpPr>
            <p:cNvPr id="432" name="Google Shape;1486;p115"/>
            <p:cNvSpPr/>
            <p:nvPr/>
          </p:nvSpPr>
          <p:spPr>
            <a:xfrm>
              <a:off x="0" y="0"/>
              <a:ext cx="3017884" cy="2052772"/>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536" y="0"/>
                  </a:moveTo>
                  <a:cubicBezTo>
                    <a:pt x="243" y="0"/>
                    <a:pt x="0" y="387"/>
                    <a:pt x="0" y="850"/>
                  </a:cubicBezTo>
                  <a:lnTo>
                    <a:pt x="0" y="21600"/>
                  </a:lnTo>
                  <a:lnTo>
                    <a:pt x="21600" y="21600"/>
                  </a:lnTo>
                  <a:lnTo>
                    <a:pt x="21600" y="850"/>
                  </a:lnTo>
                  <a:cubicBezTo>
                    <a:pt x="21600" y="387"/>
                    <a:pt x="21363" y="0"/>
                    <a:pt x="21064" y="0"/>
                  </a:cubicBezTo>
                  <a:close/>
                </a:path>
              </a:pathLst>
            </a:custGeom>
            <a:noFill/>
            <a:ln w="28575" cap="flat">
              <a:solidFill>
                <a:schemeClr val="accent1"/>
              </a:solidFill>
              <a:prstDash val="solid"/>
              <a:round/>
            </a:ln>
            <a:effectLst/>
          </p:spPr>
          <p:txBody>
            <a:bodyPr wrap="square" lIns="45719" tIns="45719" rIns="45719" bIns="45719" numCol="1" anchor="ctr">
              <a:noAutofit/>
            </a:bodyPr>
            <a:lstStyle/>
            <a:p>
              <a:pPr/>
            </a:p>
          </p:txBody>
        </p:sp>
      </p:grpSp>
      <p:sp>
        <p:nvSpPr>
          <p:cNvPr id="434" name="矩形 1"/>
          <p:cNvSpPr txBox="1"/>
          <p:nvPr/>
        </p:nvSpPr>
        <p:spPr>
          <a:xfrm>
            <a:off x="5258110" y="913758"/>
            <a:ext cx="3892141" cy="770594"/>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defRPr sz="1600">
                <a:solidFill>
                  <a:srgbClr val="005790"/>
                </a:solidFill>
              </a:defRPr>
            </a:lvl1pPr>
          </a:lstStyle>
          <a:p>
            <a:pPr/>
            <a:r>
              <a:t>Instructor Uploads his files from mobile or any device to the app to be sent student to automatically</a:t>
            </a:r>
          </a:p>
        </p:txBody>
      </p:sp>
      <p:pic>
        <p:nvPicPr>
          <p:cNvPr id="435" name="Picture 2" descr="Picture 2"/>
          <p:cNvPicPr>
            <a:picLocks noChangeAspect="1"/>
          </p:cNvPicPr>
          <p:nvPr/>
        </p:nvPicPr>
        <p:blipFill>
          <a:blip r:embed="rId2">
            <a:extLst/>
          </a:blip>
          <a:stretch>
            <a:fillRect/>
          </a:stretch>
        </p:blipFill>
        <p:spPr>
          <a:xfrm>
            <a:off x="100160" y="1470847"/>
            <a:ext cx="1901977" cy="2762754"/>
          </a:xfrm>
          <a:prstGeom prst="rect">
            <a:avLst/>
          </a:prstGeom>
          <a:ln w="12700">
            <a:miter lim="400000"/>
          </a:ln>
        </p:spPr>
      </p:pic>
      <p:pic>
        <p:nvPicPr>
          <p:cNvPr id="436" name="Picture 3" descr="Picture 3"/>
          <p:cNvPicPr>
            <a:picLocks noChangeAspect="1"/>
          </p:cNvPicPr>
          <p:nvPr/>
        </p:nvPicPr>
        <p:blipFill>
          <a:blip r:embed="rId3">
            <a:extLst/>
          </a:blip>
          <a:stretch>
            <a:fillRect/>
          </a:stretch>
        </p:blipFill>
        <p:spPr>
          <a:xfrm>
            <a:off x="2773421" y="1463646"/>
            <a:ext cx="1894780" cy="2761404"/>
          </a:xfrm>
          <a:prstGeom prst="rect">
            <a:avLst/>
          </a:prstGeom>
          <a:ln w="12700">
            <a:miter lim="400000"/>
          </a:ln>
        </p:spPr>
      </p:pic>
      <p:sp>
        <p:nvSpPr>
          <p:cNvPr id="437" name="Arc 121"/>
          <p:cNvSpPr/>
          <p:nvPr/>
        </p:nvSpPr>
        <p:spPr>
          <a:xfrm rot="7489229">
            <a:off x="2150141" y="2481757"/>
            <a:ext cx="464630" cy="554050"/>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0"/>
                </a:moveTo>
                <a:cubicBezTo>
                  <a:pt x="11929" y="0"/>
                  <a:pt x="21600" y="9671"/>
                  <a:pt x="21600" y="21600"/>
                </a:cubicBezTo>
              </a:path>
            </a:pathLst>
          </a:custGeom>
          <a:ln w="57150">
            <a:solidFill>
              <a:srgbClr val="005790"/>
            </a:solidFill>
            <a:prstDash val="sysDash"/>
            <a:headEnd type="triangle"/>
          </a:ln>
        </p:spPr>
        <p:txBody>
          <a:bodyPr lIns="45719" rIns="45719" anchor="ctr"/>
          <a:lstStyle/>
          <a:p>
            <a:pPr algn="ctr"/>
          </a:p>
        </p:txBody>
      </p:sp>
      <p:pic>
        <p:nvPicPr>
          <p:cNvPr id="438" name="Picture 5" descr="Picture 5"/>
          <p:cNvPicPr>
            <a:picLocks noChangeAspect="1"/>
          </p:cNvPicPr>
          <p:nvPr/>
        </p:nvPicPr>
        <p:blipFill>
          <a:blip r:embed="rId4">
            <a:extLst/>
          </a:blip>
          <a:stretch>
            <a:fillRect/>
          </a:stretch>
        </p:blipFill>
        <p:spPr>
          <a:xfrm>
            <a:off x="5641992" y="1912158"/>
            <a:ext cx="2953129" cy="1982523"/>
          </a:xfrm>
          <a:prstGeom prst="rect">
            <a:avLst/>
          </a:prstGeom>
          <a:ln w="12700">
            <a:miter lim="400000"/>
          </a:ln>
        </p:spPr>
      </p:pic>
      <p:sp>
        <p:nvSpPr>
          <p:cNvPr id="439" name="任意多边形 1"/>
          <p:cNvSpPr/>
          <p:nvPr/>
        </p:nvSpPr>
        <p:spPr>
          <a:xfrm rot="3810960">
            <a:off x="7683606" y="4106206"/>
            <a:ext cx="611185" cy="196351"/>
          </a:xfrm>
          <a:custGeom>
            <a:avLst/>
            <a:gdLst/>
            <a:ahLst/>
            <a:cxnLst>
              <a:cxn ang="0">
                <a:pos x="wd2" y="hd2"/>
              </a:cxn>
              <a:cxn ang="5400000">
                <a:pos x="wd2" y="hd2"/>
              </a:cxn>
              <a:cxn ang="10800000">
                <a:pos x="wd2" y="hd2"/>
              </a:cxn>
              <a:cxn ang="16200000">
                <a:pos x="wd2" y="hd2"/>
              </a:cxn>
            </a:cxnLst>
            <a:rect l="0" t="0" r="r" b="b"/>
            <a:pathLst>
              <a:path w="21600" h="19430" fill="norm" stroke="1" extrusionOk="0">
                <a:moveTo>
                  <a:pt x="21600" y="9765"/>
                </a:moveTo>
                <a:cubicBezTo>
                  <a:pt x="19548" y="4809"/>
                  <a:pt x="19217" y="1588"/>
                  <a:pt x="14576" y="95"/>
                </a:cubicBezTo>
                <a:cubicBezTo>
                  <a:pt x="9936" y="-1398"/>
                  <a:pt x="11370" y="15231"/>
                  <a:pt x="13055" y="15836"/>
                </a:cubicBezTo>
                <a:cubicBezTo>
                  <a:pt x="14740" y="16441"/>
                  <a:pt x="15704" y="13376"/>
                  <a:pt x="15276" y="9191"/>
                </a:cubicBezTo>
                <a:cubicBezTo>
                  <a:pt x="14848" y="5005"/>
                  <a:pt x="11655" y="5478"/>
                  <a:pt x="10017" y="7119"/>
                </a:cubicBezTo>
                <a:cubicBezTo>
                  <a:pt x="8379" y="8760"/>
                  <a:pt x="7116" y="17866"/>
                  <a:pt x="5447" y="19034"/>
                </a:cubicBezTo>
                <a:cubicBezTo>
                  <a:pt x="3778" y="20202"/>
                  <a:pt x="1597" y="18852"/>
                  <a:pt x="0" y="14127"/>
                </a:cubicBezTo>
              </a:path>
            </a:pathLst>
          </a:custGeom>
          <a:ln w="15875" cap="rnd">
            <a:solidFill>
              <a:srgbClr val="414042"/>
            </a:solidFill>
          </a:ln>
        </p:spPr>
        <p:txBody>
          <a:bodyPr lIns="45719" rIns="45719" anchor="ctr"/>
          <a:lstStyle/>
          <a:p>
            <a:pPr algn="ctr"/>
          </a:p>
        </p:txBody>
      </p:sp>
      <p:grpSp>
        <p:nvGrpSpPr>
          <p:cNvPr id="443" name="组合 20"/>
          <p:cNvGrpSpPr/>
          <p:nvPr/>
        </p:nvGrpSpPr>
        <p:grpSpPr>
          <a:xfrm>
            <a:off x="8118391" y="4409262"/>
            <a:ext cx="300244" cy="309405"/>
            <a:chOff x="0" y="0"/>
            <a:chExt cx="300243" cy="309403"/>
          </a:xfrm>
        </p:grpSpPr>
        <p:sp>
          <p:nvSpPr>
            <p:cNvPr id="440" name="椭圆 16"/>
            <p:cNvSpPr/>
            <p:nvPr/>
          </p:nvSpPr>
          <p:spPr>
            <a:xfrm>
              <a:off x="-1" y="0"/>
              <a:ext cx="300245" cy="309405"/>
            </a:xfrm>
            <a:custGeom>
              <a:avLst/>
              <a:gdLst/>
              <a:ahLst/>
              <a:cxnLst>
                <a:cxn ang="0">
                  <a:pos x="wd2" y="hd2"/>
                </a:cxn>
                <a:cxn ang="5400000">
                  <a:pos x="wd2" y="hd2"/>
                </a:cxn>
                <a:cxn ang="10800000">
                  <a:pos x="wd2" y="hd2"/>
                </a:cxn>
                <a:cxn ang="16200000">
                  <a:pos x="wd2" y="hd2"/>
                </a:cxn>
              </a:cxnLst>
              <a:rect l="0" t="0" r="r" b="b"/>
              <a:pathLst>
                <a:path w="21410" h="20651" fill="norm" stroke="1" extrusionOk="0">
                  <a:moveTo>
                    <a:pt x="8" y="9247"/>
                  </a:moveTo>
                  <a:cubicBezTo>
                    <a:pt x="-190" y="4786"/>
                    <a:pt x="3754" y="492"/>
                    <a:pt x="9552" y="22"/>
                  </a:cubicBezTo>
                  <a:cubicBezTo>
                    <a:pt x="15350" y="-448"/>
                    <a:pt x="21410" y="6609"/>
                    <a:pt x="21410" y="12852"/>
                  </a:cubicBezTo>
                  <a:cubicBezTo>
                    <a:pt x="21410" y="19095"/>
                    <a:pt x="13119" y="21152"/>
                    <a:pt x="9552" y="20551"/>
                  </a:cubicBezTo>
                  <a:cubicBezTo>
                    <a:pt x="5985" y="19950"/>
                    <a:pt x="205" y="13708"/>
                    <a:pt x="8" y="9247"/>
                  </a:cubicBezTo>
                  <a:close/>
                </a:path>
              </a:pathLst>
            </a:custGeom>
            <a:noFill/>
            <a:ln w="34925" cap="rnd">
              <a:solidFill>
                <a:srgbClr val="414042"/>
              </a:solidFill>
              <a:prstDash val="solid"/>
              <a:round/>
            </a:ln>
            <a:effectLst/>
          </p:spPr>
          <p:txBody>
            <a:bodyPr wrap="square" lIns="45719" tIns="45719" rIns="45719" bIns="45719" numCol="1" anchor="ctr">
              <a:noAutofit/>
            </a:bodyPr>
            <a:lstStyle/>
            <a:p>
              <a:pPr algn="ctr"/>
            </a:p>
          </p:txBody>
        </p:sp>
        <p:sp>
          <p:nvSpPr>
            <p:cNvPr id="441" name="任意多边形 22"/>
            <p:cNvSpPr/>
            <p:nvPr/>
          </p:nvSpPr>
          <p:spPr>
            <a:xfrm rot="21131468">
              <a:off x="23255" y="86895"/>
              <a:ext cx="230474" cy="100603"/>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21600"/>
                  </a:moveTo>
                  <a:cubicBezTo>
                    <a:pt x="3426" y="16324"/>
                    <a:pt x="6852" y="11048"/>
                    <a:pt x="10452" y="7448"/>
                  </a:cubicBezTo>
                  <a:cubicBezTo>
                    <a:pt x="14052" y="3848"/>
                    <a:pt x="17826" y="1924"/>
                    <a:pt x="21600" y="0"/>
                  </a:cubicBezTo>
                </a:path>
              </a:pathLst>
            </a:custGeom>
            <a:noFill/>
            <a:ln w="34925" cap="rnd">
              <a:solidFill>
                <a:srgbClr val="414042"/>
              </a:solidFill>
              <a:prstDash val="solid"/>
              <a:round/>
            </a:ln>
            <a:effectLst/>
          </p:spPr>
          <p:txBody>
            <a:bodyPr wrap="square" lIns="45719" tIns="45719" rIns="45719" bIns="45719" numCol="1" anchor="ctr">
              <a:noAutofit/>
            </a:bodyPr>
            <a:lstStyle/>
            <a:p>
              <a:pPr algn="ctr"/>
            </a:p>
          </p:txBody>
        </p:sp>
        <p:sp>
          <p:nvSpPr>
            <p:cNvPr id="442" name="任意多边形 23"/>
            <p:cNvSpPr/>
            <p:nvPr/>
          </p:nvSpPr>
          <p:spPr>
            <a:xfrm>
              <a:off x="67863" y="31391"/>
              <a:ext cx="74347" cy="83257"/>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0"/>
                  </a:moveTo>
                  <a:cubicBezTo>
                    <a:pt x="4140" y="2700"/>
                    <a:pt x="8280" y="5400"/>
                    <a:pt x="11880" y="9000"/>
                  </a:cubicBezTo>
                  <a:cubicBezTo>
                    <a:pt x="15480" y="12600"/>
                    <a:pt x="18540" y="17100"/>
                    <a:pt x="21600" y="21600"/>
                  </a:cubicBezTo>
                </a:path>
              </a:pathLst>
            </a:custGeom>
            <a:noFill/>
            <a:ln w="34925" cap="rnd">
              <a:solidFill>
                <a:srgbClr val="414042"/>
              </a:solidFill>
              <a:prstDash val="solid"/>
              <a:round/>
            </a:ln>
            <a:effectLst/>
          </p:spPr>
          <p:txBody>
            <a:bodyPr wrap="square" lIns="45719" tIns="45719" rIns="45719" bIns="45719" numCol="1" anchor="ctr">
              <a:noAutofit/>
            </a:bodyPr>
            <a:lstStyle/>
            <a:p>
              <a:pPr algn="ctr"/>
            </a:p>
          </p:txBody>
        </p:sp>
      </p:grpSp>
    </p:spTree>
  </p:cSld>
  <p:clrMapOvr>
    <a:masterClrMapping/>
  </p:clrMapOvr>
  <mc:AlternateContent xmlns:mc="http://schemas.openxmlformats.org/markup-compatibility/2006">
    <mc:Choice xmlns:p14="http://schemas.microsoft.com/office/powerpoint/2010/main" Requires="p14">
      <p:transition spd="slow" advClick="0" advTm="0" p14:dur="1200">
        <p:wipe dir="l"/>
      </p:transition>
    </mc:Choice>
    <mc:Fallback>
      <p:transition spd="slow">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445" name="矩形 37"/>
          <p:cNvSpPr txBox="1"/>
          <p:nvPr/>
        </p:nvSpPr>
        <p:spPr>
          <a:xfrm>
            <a:off x="1897442" y="372522"/>
            <a:ext cx="5349115" cy="53594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lgn="ctr">
              <a:defRPr sz="3000">
                <a:solidFill>
                  <a:srgbClr val="C00000"/>
                </a:solidFill>
                <a:latin typeface="Andalus"/>
                <a:ea typeface="Andalus"/>
                <a:cs typeface="Andalus"/>
                <a:sym typeface="Andalus"/>
              </a:defRPr>
            </a:lvl1pPr>
          </a:lstStyle>
          <a:p>
            <a:pPr/>
            <a:r>
              <a:t>Features : Uploading Files</a:t>
            </a:r>
          </a:p>
        </p:txBody>
      </p:sp>
      <p:pic>
        <p:nvPicPr>
          <p:cNvPr id="446" name="Picture 4" descr="Picture 4"/>
          <p:cNvPicPr>
            <a:picLocks noChangeAspect="1"/>
          </p:cNvPicPr>
          <p:nvPr/>
        </p:nvPicPr>
        <p:blipFill>
          <a:blip r:embed="rId2">
            <a:extLst/>
          </a:blip>
          <a:stretch>
            <a:fillRect/>
          </a:stretch>
        </p:blipFill>
        <p:spPr>
          <a:xfrm>
            <a:off x="244786" y="955320"/>
            <a:ext cx="2214805" cy="2186074"/>
          </a:xfrm>
          <a:prstGeom prst="rect">
            <a:avLst/>
          </a:prstGeom>
          <a:ln w="12700">
            <a:miter lim="400000"/>
          </a:ln>
        </p:spPr>
      </p:pic>
      <p:pic>
        <p:nvPicPr>
          <p:cNvPr id="447" name="Picture 6" descr="Picture 6"/>
          <p:cNvPicPr>
            <a:picLocks noChangeAspect="1"/>
          </p:cNvPicPr>
          <p:nvPr/>
        </p:nvPicPr>
        <p:blipFill>
          <a:blip r:embed="rId3">
            <a:extLst/>
          </a:blip>
          <a:stretch>
            <a:fillRect/>
          </a:stretch>
        </p:blipFill>
        <p:spPr>
          <a:xfrm>
            <a:off x="2973683" y="2297308"/>
            <a:ext cx="2491754" cy="2186073"/>
          </a:xfrm>
          <a:prstGeom prst="rect">
            <a:avLst/>
          </a:prstGeom>
          <a:ln w="12700">
            <a:miter lim="400000"/>
          </a:ln>
        </p:spPr>
      </p:pic>
      <p:sp>
        <p:nvSpPr>
          <p:cNvPr id="448" name="Arc 121"/>
          <p:cNvSpPr/>
          <p:nvPr/>
        </p:nvSpPr>
        <p:spPr>
          <a:xfrm rot="8227082">
            <a:off x="2035387" y="2994466"/>
            <a:ext cx="680073" cy="810956"/>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0"/>
                </a:moveTo>
                <a:cubicBezTo>
                  <a:pt x="11929" y="0"/>
                  <a:pt x="21600" y="9671"/>
                  <a:pt x="21600" y="21600"/>
                </a:cubicBezTo>
              </a:path>
            </a:pathLst>
          </a:custGeom>
          <a:ln w="57150">
            <a:solidFill>
              <a:srgbClr val="005790"/>
            </a:solidFill>
            <a:prstDash val="sysDash"/>
            <a:headEnd type="triangle"/>
          </a:ln>
        </p:spPr>
        <p:txBody>
          <a:bodyPr lIns="45719" rIns="45719" anchor="ctr"/>
          <a:lstStyle/>
          <a:p>
            <a:pPr algn="ctr"/>
          </a:p>
        </p:txBody>
      </p:sp>
      <p:sp>
        <p:nvSpPr>
          <p:cNvPr id="449" name="矩形 1"/>
          <p:cNvSpPr txBox="1"/>
          <p:nvPr/>
        </p:nvSpPr>
        <p:spPr>
          <a:xfrm>
            <a:off x="5921557" y="961136"/>
            <a:ext cx="3176724" cy="999193"/>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defRPr sz="1600">
                <a:solidFill>
                  <a:srgbClr val="005790"/>
                </a:solidFill>
              </a:defRPr>
            </a:lvl1pPr>
          </a:lstStyle>
          <a:p>
            <a:pPr/>
            <a:r>
              <a:t>Instructor Uploads his files from laptop or any device to the website to be sent student to automatically</a:t>
            </a:r>
          </a:p>
        </p:txBody>
      </p:sp>
      <p:grpSp>
        <p:nvGrpSpPr>
          <p:cNvPr id="453" name="Google Shape;1483;p115"/>
          <p:cNvGrpSpPr/>
          <p:nvPr/>
        </p:nvGrpSpPr>
        <p:grpSpPr>
          <a:xfrm>
            <a:off x="6060356" y="2137108"/>
            <a:ext cx="2520354" cy="2114035"/>
            <a:chOff x="0" y="0"/>
            <a:chExt cx="2520353" cy="2114033"/>
          </a:xfrm>
        </p:grpSpPr>
        <p:sp>
          <p:nvSpPr>
            <p:cNvPr id="450" name="Google Shape;1484;p115"/>
            <p:cNvSpPr/>
            <p:nvPr/>
          </p:nvSpPr>
          <p:spPr>
            <a:xfrm>
              <a:off x="887690" y="1724866"/>
              <a:ext cx="745672" cy="326675"/>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2324" y="0"/>
                  </a:moveTo>
                  <a:cubicBezTo>
                    <a:pt x="1543" y="7231"/>
                    <a:pt x="761" y="14416"/>
                    <a:pt x="0" y="21600"/>
                  </a:cubicBezTo>
                  <a:lnTo>
                    <a:pt x="21600" y="21600"/>
                  </a:lnTo>
                  <a:lnTo>
                    <a:pt x="19296" y="0"/>
                  </a:lnTo>
                  <a:close/>
                </a:path>
              </a:pathLst>
            </a:custGeom>
            <a:noFill/>
            <a:ln w="28575" cap="flat">
              <a:solidFill>
                <a:schemeClr val="accent1"/>
              </a:solidFill>
              <a:prstDash val="solid"/>
              <a:round/>
            </a:ln>
            <a:effectLst/>
          </p:spPr>
          <p:txBody>
            <a:bodyPr wrap="square" lIns="45719" tIns="45719" rIns="45719" bIns="45719" numCol="1" anchor="ctr">
              <a:noAutofit/>
            </a:bodyPr>
            <a:lstStyle/>
            <a:p>
              <a:pPr/>
            </a:p>
          </p:txBody>
        </p:sp>
        <p:sp>
          <p:nvSpPr>
            <p:cNvPr id="451" name="Google Shape;1485;p115"/>
            <p:cNvSpPr/>
            <p:nvPr/>
          </p:nvSpPr>
          <p:spPr>
            <a:xfrm>
              <a:off x="802475" y="2051533"/>
              <a:ext cx="915397" cy="62501"/>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922" y="0"/>
                  </a:moveTo>
                  <a:cubicBezTo>
                    <a:pt x="419" y="0"/>
                    <a:pt x="0" y="7119"/>
                    <a:pt x="0" y="15708"/>
                  </a:cubicBezTo>
                  <a:lnTo>
                    <a:pt x="0" y="21600"/>
                  </a:lnTo>
                  <a:lnTo>
                    <a:pt x="21600" y="21600"/>
                  </a:lnTo>
                  <a:lnTo>
                    <a:pt x="21600" y="15708"/>
                  </a:lnTo>
                  <a:cubicBezTo>
                    <a:pt x="21600" y="7119"/>
                    <a:pt x="21198" y="0"/>
                    <a:pt x="20695" y="0"/>
                  </a:cubicBezTo>
                  <a:close/>
                </a:path>
              </a:pathLst>
            </a:custGeom>
            <a:noFill/>
            <a:ln w="28575" cap="flat">
              <a:solidFill>
                <a:schemeClr val="accent1"/>
              </a:solidFill>
              <a:prstDash val="solid"/>
              <a:round/>
            </a:ln>
            <a:effectLst/>
          </p:spPr>
          <p:txBody>
            <a:bodyPr wrap="square" lIns="45719" tIns="45719" rIns="45719" bIns="45719" numCol="1" anchor="ctr">
              <a:noAutofit/>
            </a:bodyPr>
            <a:lstStyle/>
            <a:p>
              <a:pPr/>
            </a:p>
          </p:txBody>
        </p:sp>
        <p:sp>
          <p:nvSpPr>
            <p:cNvPr id="452" name="Google Shape;1486;p115"/>
            <p:cNvSpPr/>
            <p:nvPr/>
          </p:nvSpPr>
          <p:spPr>
            <a:xfrm>
              <a:off x="0" y="-1"/>
              <a:ext cx="2520354" cy="1714352"/>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536" y="0"/>
                  </a:moveTo>
                  <a:cubicBezTo>
                    <a:pt x="243" y="0"/>
                    <a:pt x="0" y="387"/>
                    <a:pt x="0" y="850"/>
                  </a:cubicBezTo>
                  <a:lnTo>
                    <a:pt x="0" y="21600"/>
                  </a:lnTo>
                  <a:lnTo>
                    <a:pt x="21600" y="21600"/>
                  </a:lnTo>
                  <a:lnTo>
                    <a:pt x="21600" y="850"/>
                  </a:lnTo>
                  <a:cubicBezTo>
                    <a:pt x="21600" y="387"/>
                    <a:pt x="21363" y="0"/>
                    <a:pt x="21064" y="0"/>
                  </a:cubicBezTo>
                  <a:close/>
                </a:path>
              </a:pathLst>
            </a:custGeom>
            <a:noFill/>
            <a:ln w="28575" cap="flat">
              <a:solidFill>
                <a:schemeClr val="accent1"/>
              </a:solidFill>
              <a:prstDash val="solid"/>
              <a:round/>
            </a:ln>
            <a:effectLst/>
          </p:spPr>
          <p:txBody>
            <a:bodyPr wrap="square" lIns="45719" tIns="45719" rIns="45719" bIns="45719" numCol="1" anchor="ctr">
              <a:noAutofit/>
            </a:bodyPr>
            <a:lstStyle/>
            <a:p>
              <a:pPr/>
            </a:p>
          </p:txBody>
        </p:sp>
      </p:grpSp>
      <p:pic>
        <p:nvPicPr>
          <p:cNvPr id="454" name="Picture 5" descr="Picture 5"/>
          <p:cNvPicPr>
            <a:picLocks noChangeAspect="1"/>
          </p:cNvPicPr>
          <p:nvPr/>
        </p:nvPicPr>
        <p:blipFill>
          <a:blip r:embed="rId4">
            <a:extLst/>
          </a:blip>
          <a:stretch>
            <a:fillRect/>
          </a:stretch>
        </p:blipFill>
        <p:spPr>
          <a:xfrm>
            <a:off x="6083999" y="2158708"/>
            <a:ext cx="2467921" cy="1662364"/>
          </a:xfrm>
          <a:prstGeom prst="rect">
            <a:avLst/>
          </a:prstGeom>
          <a:ln w="12700">
            <a:miter lim="400000"/>
          </a:ln>
        </p:spPr>
      </p:pic>
      <p:sp>
        <p:nvSpPr>
          <p:cNvPr id="455" name="任意多边形 1"/>
          <p:cNvSpPr/>
          <p:nvPr/>
        </p:nvSpPr>
        <p:spPr>
          <a:xfrm rot="3810960">
            <a:off x="7900261" y="4001908"/>
            <a:ext cx="611185" cy="196351"/>
          </a:xfrm>
          <a:custGeom>
            <a:avLst/>
            <a:gdLst/>
            <a:ahLst/>
            <a:cxnLst>
              <a:cxn ang="0">
                <a:pos x="wd2" y="hd2"/>
              </a:cxn>
              <a:cxn ang="5400000">
                <a:pos x="wd2" y="hd2"/>
              </a:cxn>
              <a:cxn ang="10800000">
                <a:pos x="wd2" y="hd2"/>
              </a:cxn>
              <a:cxn ang="16200000">
                <a:pos x="wd2" y="hd2"/>
              </a:cxn>
            </a:cxnLst>
            <a:rect l="0" t="0" r="r" b="b"/>
            <a:pathLst>
              <a:path w="21600" h="19430" fill="norm" stroke="1" extrusionOk="0">
                <a:moveTo>
                  <a:pt x="21600" y="9765"/>
                </a:moveTo>
                <a:cubicBezTo>
                  <a:pt x="19548" y="4809"/>
                  <a:pt x="19217" y="1588"/>
                  <a:pt x="14576" y="95"/>
                </a:cubicBezTo>
                <a:cubicBezTo>
                  <a:pt x="9936" y="-1398"/>
                  <a:pt x="11370" y="15231"/>
                  <a:pt x="13055" y="15836"/>
                </a:cubicBezTo>
                <a:cubicBezTo>
                  <a:pt x="14740" y="16441"/>
                  <a:pt x="15704" y="13376"/>
                  <a:pt x="15276" y="9191"/>
                </a:cubicBezTo>
                <a:cubicBezTo>
                  <a:pt x="14848" y="5005"/>
                  <a:pt x="11655" y="5478"/>
                  <a:pt x="10017" y="7119"/>
                </a:cubicBezTo>
                <a:cubicBezTo>
                  <a:pt x="8379" y="8760"/>
                  <a:pt x="7116" y="17866"/>
                  <a:pt x="5447" y="19034"/>
                </a:cubicBezTo>
                <a:cubicBezTo>
                  <a:pt x="3778" y="20202"/>
                  <a:pt x="1597" y="18852"/>
                  <a:pt x="0" y="14127"/>
                </a:cubicBezTo>
              </a:path>
            </a:pathLst>
          </a:custGeom>
          <a:ln w="15875" cap="rnd">
            <a:solidFill>
              <a:srgbClr val="414042"/>
            </a:solidFill>
          </a:ln>
        </p:spPr>
        <p:txBody>
          <a:bodyPr lIns="45719" rIns="45719" anchor="ctr"/>
          <a:lstStyle/>
          <a:p>
            <a:pPr algn="ctr"/>
          </a:p>
        </p:txBody>
      </p:sp>
      <p:grpSp>
        <p:nvGrpSpPr>
          <p:cNvPr id="459" name="组合 20"/>
          <p:cNvGrpSpPr/>
          <p:nvPr/>
        </p:nvGrpSpPr>
        <p:grpSpPr>
          <a:xfrm>
            <a:off x="8335046" y="4304964"/>
            <a:ext cx="300244" cy="309405"/>
            <a:chOff x="0" y="0"/>
            <a:chExt cx="300243" cy="309403"/>
          </a:xfrm>
        </p:grpSpPr>
        <p:sp>
          <p:nvSpPr>
            <p:cNvPr id="456" name="椭圆 16"/>
            <p:cNvSpPr/>
            <p:nvPr/>
          </p:nvSpPr>
          <p:spPr>
            <a:xfrm>
              <a:off x="-1" y="0"/>
              <a:ext cx="300245" cy="309405"/>
            </a:xfrm>
            <a:custGeom>
              <a:avLst/>
              <a:gdLst/>
              <a:ahLst/>
              <a:cxnLst>
                <a:cxn ang="0">
                  <a:pos x="wd2" y="hd2"/>
                </a:cxn>
                <a:cxn ang="5400000">
                  <a:pos x="wd2" y="hd2"/>
                </a:cxn>
                <a:cxn ang="10800000">
                  <a:pos x="wd2" y="hd2"/>
                </a:cxn>
                <a:cxn ang="16200000">
                  <a:pos x="wd2" y="hd2"/>
                </a:cxn>
              </a:cxnLst>
              <a:rect l="0" t="0" r="r" b="b"/>
              <a:pathLst>
                <a:path w="21410" h="20651" fill="norm" stroke="1" extrusionOk="0">
                  <a:moveTo>
                    <a:pt x="8" y="9247"/>
                  </a:moveTo>
                  <a:cubicBezTo>
                    <a:pt x="-190" y="4786"/>
                    <a:pt x="3754" y="492"/>
                    <a:pt x="9552" y="22"/>
                  </a:cubicBezTo>
                  <a:cubicBezTo>
                    <a:pt x="15350" y="-448"/>
                    <a:pt x="21410" y="6609"/>
                    <a:pt x="21410" y="12852"/>
                  </a:cubicBezTo>
                  <a:cubicBezTo>
                    <a:pt x="21410" y="19095"/>
                    <a:pt x="13119" y="21152"/>
                    <a:pt x="9552" y="20551"/>
                  </a:cubicBezTo>
                  <a:cubicBezTo>
                    <a:pt x="5985" y="19950"/>
                    <a:pt x="205" y="13708"/>
                    <a:pt x="8" y="9247"/>
                  </a:cubicBezTo>
                  <a:close/>
                </a:path>
              </a:pathLst>
            </a:custGeom>
            <a:noFill/>
            <a:ln w="34925" cap="rnd">
              <a:solidFill>
                <a:srgbClr val="414042"/>
              </a:solidFill>
              <a:prstDash val="solid"/>
              <a:round/>
            </a:ln>
            <a:effectLst/>
          </p:spPr>
          <p:txBody>
            <a:bodyPr wrap="square" lIns="45719" tIns="45719" rIns="45719" bIns="45719" numCol="1" anchor="ctr">
              <a:noAutofit/>
            </a:bodyPr>
            <a:lstStyle/>
            <a:p>
              <a:pPr algn="ctr"/>
            </a:p>
          </p:txBody>
        </p:sp>
        <p:sp>
          <p:nvSpPr>
            <p:cNvPr id="457" name="任意多边形 22"/>
            <p:cNvSpPr/>
            <p:nvPr/>
          </p:nvSpPr>
          <p:spPr>
            <a:xfrm rot="21131468">
              <a:off x="23255" y="86895"/>
              <a:ext cx="230474" cy="100603"/>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21600"/>
                  </a:moveTo>
                  <a:cubicBezTo>
                    <a:pt x="3426" y="16324"/>
                    <a:pt x="6852" y="11048"/>
                    <a:pt x="10452" y="7448"/>
                  </a:cubicBezTo>
                  <a:cubicBezTo>
                    <a:pt x="14052" y="3848"/>
                    <a:pt x="17826" y="1924"/>
                    <a:pt x="21600" y="0"/>
                  </a:cubicBezTo>
                </a:path>
              </a:pathLst>
            </a:custGeom>
            <a:noFill/>
            <a:ln w="34925" cap="rnd">
              <a:solidFill>
                <a:srgbClr val="414042"/>
              </a:solidFill>
              <a:prstDash val="solid"/>
              <a:round/>
            </a:ln>
            <a:effectLst/>
          </p:spPr>
          <p:txBody>
            <a:bodyPr wrap="square" lIns="45719" tIns="45719" rIns="45719" bIns="45719" numCol="1" anchor="ctr">
              <a:noAutofit/>
            </a:bodyPr>
            <a:lstStyle/>
            <a:p>
              <a:pPr algn="ctr"/>
            </a:p>
          </p:txBody>
        </p:sp>
        <p:sp>
          <p:nvSpPr>
            <p:cNvPr id="458" name="任意多边形 23"/>
            <p:cNvSpPr/>
            <p:nvPr/>
          </p:nvSpPr>
          <p:spPr>
            <a:xfrm>
              <a:off x="67863" y="31391"/>
              <a:ext cx="74347" cy="83257"/>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0"/>
                  </a:moveTo>
                  <a:cubicBezTo>
                    <a:pt x="4140" y="2700"/>
                    <a:pt x="8280" y="5400"/>
                    <a:pt x="11880" y="9000"/>
                  </a:cubicBezTo>
                  <a:cubicBezTo>
                    <a:pt x="15480" y="12600"/>
                    <a:pt x="18540" y="17100"/>
                    <a:pt x="21600" y="21600"/>
                  </a:cubicBezTo>
                </a:path>
              </a:pathLst>
            </a:custGeom>
            <a:noFill/>
            <a:ln w="34925" cap="rnd">
              <a:solidFill>
                <a:srgbClr val="414042"/>
              </a:solidFill>
              <a:prstDash val="solid"/>
              <a:round/>
            </a:ln>
            <a:effectLst/>
          </p:spPr>
          <p:txBody>
            <a:bodyPr wrap="square" lIns="45719" tIns="45719" rIns="45719" bIns="45719" numCol="1" anchor="ctr">
              <a:noAutofit/>
            </a:bodyPr>
            <a:lstStyle/>
            <a:p>
              <a:pPr algn="ctr"/>
            </a:p>
          </p:txBody>
        </p:sp>
      </p:grpSp>
    </p:spTree>
  </p:cSld>
  <p:clrMapOvr>
    <a:masterClrMapping/>
  </p:clrMapOvr>
  <mc:AlternateContent xmlns:mc="http://schemas.openxmlformats.org/markup-compatibility/2006">
    <mc:Choice xmlns:p14="http://schemas.microsoft.com/office/powerpoint/2010/main" Requires="p14">
      <p:transition spd="slow" advClick="0" advTm="0" p14:dur="1200">
        <p:wipe dir="l"/>
      </p:transition>
    </mc:Choice>
    <mc:Fallback>
      <p:transition spd="slow">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pic>
        <p:nvPicPr>
          <p:cNvPr id="461" name="Picture 5" descr="Picture 5"/>
          <p:cNvPicPr>
            <a:picLocks noChangeAspect="1"/>
          </p:cNvPicPr>
          <p:nvPr/>
        </p:nvPicPr>
        <p:blipFill>
          <a:blip r:embed="rId2">
            <a:extLst/>
          </a:blip>
          <a:stretch>
            <a:fillRect/>
          </a:stretch>
        </p:blipFill>
        <p:spPr>
          <a:xfrm rot="1312548">
            <a:off x="8317247" y="3215975"/>
            <a:ext cx="770572" cy="1053758"/>
          </a:xfrm>
          <a:prstGeom prst="rect">
            <a:avLst/>
          </a:prstGeom>
          <a:ln w="12700">
            <a:miter lim="400000"/>
          </a:ln>
        </p:spPr>
      </p:pic>
      <p:pic>
        <p:nvPicPr>
          <p:cNvPr id="462" name="Picture 7" descr="Picture 7"/>
          <p:cNvPicPr>
            <a:picLocks noChangeAspect="1"/>
          </p:cNvPicPr>
          <p:nvPr/>
        </p:nvPicPr>
        <p:blipFill>
          <a:blip r:embed="rId3">
            <a:extLst/>
          </a:blip>
          <a:stretch>
            <a:fillRect/>
          </a:stretch>
        </p:blipFill>
        <p:spPr>
          <a:xfrm rot="20410939">
            <a:off x="141662" y="3265668"/>
            <a:ext cx="696376" cy="957340"/>
          </a:xfrm>
          <a:prstGeom prst="rect">
            <a:avLst/>
          </a:prstGeom>
          <a:ln w="12700">
            <a:miter lim="400000"/>
          </a:ln>
        </p:spPr>
      </p:pic>
      <p:sp>
        <p:nvSpPr>
          <p:cNvPr id="463" name="矩形 37"/>
          <p:cNvSpPr txBox="1"/>
          <p:nvPr/>
        </p:nvSpPr>
        <p:spPr>
          <a:xfrm>
            <a:off x="1885352" y="343778"/>
            <a:ext cx="5373296" cy="98044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lgn="ctr">
              <a:defRPr sz="3000">
                <a:solidFill>
                  <a:srgbClr val="C00000"/>
                </a:solidFill>
                <a:latin typeface="Andalus"/>
                <a:ea typeface="Andalus"/>
                <a:cs typeface="Andalus"/>
                <a:sym typeface="Andalus"/>
              </a:defRPr>
            </a:lvl1pPr>
          </a:lstStyle>
          <a:p>
            <a:pPr/>
            <a:r>
              <a:t>Features : Quizzes and Assignment</a:t>
            </a:r>
          </a:p>
        </p:txBody>
      </p:sp>
      <p:sp>
        <p:nvSpPr>
          <p:cNvPr id="464" name="مستطيل 3"/>
          <p:cNvSpPr txBox="1"/>
          <p:nvPr/>
        </p:nvSpPr>
        <p:spPr>
          <a:xfrm>
            <a:off x="3113368" y="2033141"/>
            <a:ext cx="2917263" cy="999193"/>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p>
            <a:pPr algn="ctr">
              <a:defRPr sz="1600">
                <a:solidFill>
                  <a:srgbClr val="005790"/>
                </a:solidFill>
              </a:defRPr>
            </a:pPr>
            <a:r>
              <a:t>Instructor creates a quiz and creates assignment then grades are corrected and send </a:t>
            </a:r>
          </a:p>
          <a:p>
            <a:pPr algn="ctr">
              <a:defRPr sz="1600">
                <a:solidFill>
                  <a:srgbClr val="005790"/>
                </a:solidFill>
              </a:defRPr>
            </a:pPr>
            <a:r>
              <a:t>to students.</a:t>
            </a:r>
          </a:p>
        </p:txBody>
      </p:sp>
      <p:pic>
        <p:nvPicPr>
          <p:cNvPr id="465" name="رسم 24" descr="رسم 24"/>
          <p:cNvPicPr>
            <a:picLocks noChangeAspect="1"/>
          </p:cNvPicPr>
          <p:nvPr/>
        </p:nvPicPr>
        <p:blipFill>
          <a:blip r:embed="rId4">
            <a:extLst/>
          </a:blip>
          <a:stretch>
            <a:fillRect/>
          </a:stretch>
        </p:blipFill>
        <p:spPr>
          <a:xfrm>
            <a:off x="3022875" y="2067903"/>
            <a:ext cx="242326" cy="242326"/>
          </a:xfrm>
          <a:prstGeom prst="rect">
            <a:avLst/>
          </a:prstGeom>
          <a:ln w="12700">
            <a:miter lim="400000"/>
          </a:ln>
        </p:spPr>
      </p:pic>
      <p:pic>
        <p:nvPicPr>
          <p:cNvPr id="466" name="رسم 25" descr="رسم 25"/>
          <p:cNvPicPr>
            <a:picLocks noChangeAspect="1"/>
          </p:cNvPicPr>
          <p:nvPr/>
        </p:nvPicPr>
        <p:blipFill>
          <a:blip r:embed="rId4">
            <a:extLst/>
          </a:blip>
          <a:stretch>
            <a:fillRect/>
          </a:stretch>
        </p:blipFill>
        <p:spPr>
          <a:xfrm>
            <a:off x="5878795" y="2067902"/>
            <a:ext cx="242326" cy="242326"/>
          </a:xfrm>
          <a:prstGeom prst="rect">
            <a:avLst/>
          </a:prstGeom>
          <a:ln w="12700">
            <a:miter lim="400000"/>
          </a:ln>
        </p:spPr>
      </p:pic>
      <p:grpSp>
        <p:nvGrpSpPr>
          <p:cNvPr id="471" name="Google Shape;1508;p117"/>
          <p:cNvGrpSpPr/>
          <p:nvPr/>
        </p:nvGrpSpPr>
        <p:grpSpPr>
          <a:xfrm>
            <a:off x="734938" y="1186040"/>
            <a:ext cx="1901979" cy="3234253"/>
            <a:chOff x="0" y="0"/>
            <a:chExt cx="1901977" cy="3234251"/>
          </a:xfrm>
        </p:grpSpPr>
        <p:sp>
          <p:nvSpPr>
            <p:cNvPr id="467" name="Google Shape;1509;p117"/>
            <p:cNvSpPr/>
            <p:nvPr/>
          </p:nvSpPr>
          <p:spPr>
            <a:xfrm>
              <a:off x="-1" y="-1"/>
              <a:ext cx="1901979" cy="3234253"/>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708" y="0"/>
                  </a:moveTo>
                  <a:cubicBezTo>
                    <a:pt x="764" y="0"/>
                    <a:pt x="0" y="449"/>
                    <a:pt x="0" y="1004"/>
                  </a:cubicBezTo>
                  <a:lnTo>
                    <a:pt x="0" y="20596"/>
                  </a:lnTo>
                  <a:cubicBezTo>
                    <a:pt x="0" y="21151"/>
                    <a:pt x="764" y="21600"/>
                    <a:pt x="1708" y="21600"/>
                  </a:cubicBezTo>
                  <a:lnTo>
                    <a:pt x="19892" y="21600"/>
                  </a:lnTo>
                  <a:cubicBezTo>
                    <a:pt x="20836" y="21600"/>
                    <a:pt x="21600" y="21151"/>
                    <a:pt x="21600" y="20596"/>
                  </a:cubicBezTo>
                  <a:lnTo>
                    <a:pt x="21600" y="1004"/>
                  </a:lnTo>
                  <a:cubicBezTo>
                    <a:pt x="21600" y="449"/>
                    <a:pt x="20836" y="0"/>
                    <a:pt x="19892" y="0"/>
                  </a:cubicBezTo>
                  <a:close/>
                </a:path>
              </a:pathLst>
            </a:custGeom>
            <a:noFill/>
            <a:ln w="28575" cap="flat">
              <a:solidFill>
                <a:schemeClr val="accent1"/>
              </a:solidFill>
              <a:prstDash val="solid"/>
              <a:round/>
            </a:ln>
            <a:effectLst/>
          </p:spPr>
          <p:txBody>
            <a:bodyPr wrap="square" lIns="45719" tIns="45719" rIns="45719" bIns="45719" numCol="1" anchor="ctr">
              <a:noAutofit/>
            </a:bodyPr>
            <a:lstStyle/>
            <a:p>
              <a:pPr/>
            </a:p>
          </p:txBody>
        </p:sp>
        <p:sp>
          <p:nvSpPr>
            <p:cNvPr id="468" name="Google Shape;1510;p117"/>
            <p:cNvSpPr/>
            <p:nvPr/>
          </p:nvSpPr>
          <p:spPr>
            <a:xfrm>
              <a:off x="-1" y="277783"/>
              <a:ext cx="1901979" cy="2806092"/>
            </a:xfrm>
            <a:prstGeom prst="rect">
              <a:avLst/>
            </a:prstGeom>
            <a:noFill/>
            <a:ln w="28575" cap="flat">
              <a:solidFill>
                <a:schemeClr val="accent1"/>
              </a:solidFill>
              <a:prstDash val="solid"/>
              <a:round/>
            </a:ln>
            <a:effectLst/>
          </p:spPr>
          <p:txBody>
            <a:bodyPr wrap="square" lIns="45719" tIns="45719" rIns="45719" bIns="45719" numCol="1" anchor="ctr">
              <a:noAutofit/>
            </a:bodyPr>
            <a:lstStyle/>
            <a:p>
              <a:pPr/>
            </a:p>
          </p:txBody>
        </p:sp>
        <p:sp>
          <p:nvSpPr>
            <p:cNvPr id="469" name="Google Shape;1511;p117"/>
            <p:cNvSpPr/>
            <p:nvPr/>
          </p:nvSpPr>
          <p:spPr>
            <a:xfrm>
              <a:off x="1176561" y="111464"/>
              <a:ext cx="79630" cy="79615"/>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1040" y="0"/>
                  </a:moveTo>
                  <a:cubicBezTo>
                    <a:pt x="4801" y="0"/>
                    <a:pt x="0" y="4802"/>
                    <a:pt x="0" y="10562"/>
                  </a:cubicBezTo>
                  <a:cubicBezTo>
                    <a:pt x="0" y="16802"/>
                    <a:pt x="4801" y="21600"/>
                    <a:pt x="11040" y="21600"/>
                  </a:cubicBezTo>
                  <a:cubicBezTo>
                    <a:pt x="16799" y="21600"/>
                    <a:pt x="21600" y="16802"/>
                    <a:pt x="21600" y="10562"/>
                  </a:cubicBezTo>
                  <a:cubicBezTo>
                    <a:pt x="21600" y="4802"/>
                    <a:pt x="16799" y="0"/>
                    <a:pt x="11040" y="0"/>
                  </a:cubicBezTo>
                  <a:close/>
                </a:path>
              </a:pathLst>
            </a:custGeom>
            <a:solidFill>
              <a:schemeClr val="accent1"/>
            </a:solidFill>
            <a:ln w="12700" cap="flat">
              <a:noFill/>
              <a:miter lim="400000"/>
            </a:ln>
            <a:effectLst/>
          </p:spPr>
          <p:txBody>
            <a:bodyPr wrap="square" lIns="45719" tIns="45719" rIns="45719" bIns="45719" numCol="1" anchor="ctr">
              <a:noAutofit/>
            </a:bodyPr>
            <a:lstStyle/>
            <a:p>
              <a:pPr/>
            </a:p>
          </p:txBody>
        </p:sp>
        <p:sp>
          <p:nvSpPr>
            <p:cNvPr id="470" name="Google Shape;1512;p117"/>
            <p:cNvSpPr/>
            <p:nvPr/>
          </p:nvSpPr>
          <p:spPr>
            <a:xfrm>
              <a:off x="645786" y="111464"/>
              <a:ext cx="468862" cy="79615"/>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874" y="0"/>
                  </a:moveTo>
                  <a:cubicBezTo>
                    <a:pt x="815" y="0"/>
                    <a:pt x="0" y="4802"/>
                    <a:pt x="0" y="10562"/>
                  </a:cubicBezTo>
                  <a:cubicBezTo>
                    <a:pt x="0" y="16802"/>
                    <a:pt x="815" y="21600"/>
                    <a:pt x="1874" y="21600"/>
                  </a:cubicBezTo>
                  <a:lnTo>
                    <a:pt x="19807" y="21600"/>
                  </a:lnTo>
                  <a:cubicBezTo>
                    <a:pt x="20785" y="21600"/>
                    <a:pt x="21600" y="16802"/>
                    <a:pt x="21600" y="10562"/>
                  </a:cubicBezTo>
                  <a:cubicBezTo>
                    <a:pt x="21600" y="4802"/>
                    <a:pt x="20785" y="0"/>
                    <a:pt x="19807" y="0"/>
                  </a:cubicBezTo>
                  <a:close/>
                </a:path>
              </a:pathLst>
            </a:custGeom>
            <a:solidFill>
              <a:schemeClr val="accent1"/>
            </a:solidFill>
            <a:ln w="12700" cap="flat">
              <a:noFill/>
              <a:miter lim="400000"/>
            </a:ln>
            <a:effectLst/>
          </p:spPr>
          <p:txBody>
            <a:bodyPr wrap="square" lIns="45719" tIns="45719" rIns="45719" bIns="45719" numCol="1" anchor="ctr">
              <a:noAutofit/>
            </a:bodyPr>
            <a:lstStyle/>
            <a:p>
              <a:pPr/>
            </a:p>
          </p:txBody>
        </p:sp>
      </p:grpSp>
      <p:grpSp>
        <p:nvGrpSpPr>
          <p:cNvPr id="476" name="Google Shape;1508;p117"/>
          <p:cNvGrpSpPr/>
          <p:nvPr/>
        </p:nvGrpSpPr>
        <p:grpSpPr>
          <a:xfrm>
            <a:off x="6507081" y="1235948"/>
            <a:ext cx="1901978" cy="3234253"/>
            <a:chOff x="0" y="0"/>
            <a:chExt cx="1901977" cy="3234251"/>
          </a:xfrm>
        </p:grpSpPr>
        <p:sp>
          <p:nvSpPr>
            <p:cNvPr id="472" name="Google Shape;1509;p117"/>
            <p:cNvSpPr/>
            <p:nvPr/>
          </p:nvSpPr>
          <p:spPr>
            <a:xfrm>
              <a:off x="-1" y="-1"/>
              <a:ext cx="1901979" cy="3234253"/>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708" y="0"/>
                  </a:moveTo>
                  <a:cubicBezTo>
                    <a:pt x="764" y="0"/>
                    <a:pt x="0" y="449"/>
                    <a:pt x="0" y="1004"/>
                  </a:cubicBezTo>
                  <a:lnTo>
                    <a:pt x="0" y="20596"/>
                  </a:lnTo>
                  <a:cubicBezTo>
                    <a:pt x="0" y="21151"/>
                    <a:pt x="764" y="21600"/>
                    <a:pt x="1708" y="21600"/>
                  </a:cubicBezTo>
                  <a:lnTo>
                    <a:pt x="19892" y="21600"/>
                  </a:lnTo>
                  <a:cubicBezTo>
                    <a:pt x="20836" y="21600"/>
                    <a:pt x="21600" y="21151"/>
                    <a:pt x="21600" y="20596"/>
                  </a:cubicBezTo>
                  <a:lnTo>
                    <a:pt x="21600" y="1004"/>
                  </a:lnTo>
                  <a:cubicBezTo>
                    <a:pt x="21600" y="449"/>
                    <a:pt x="20836" y="0"/>
                    <a:pt x="19892" y="0"/>
                  </a:cubicBezTo>
                  <a:close/>
                </a:path>
              </a:pathLst>
            </a:custGeom>
            <a:noFill/>
            <a:ln w="28575" cap="flat">
              <a:solidFill>
                <a:schemeClr val="accent1"/>
              </a:solidFill>
              <a:prstDash val="solid"/>
              <a:round/>
            </a:ln>
            <a:effectLst/>
          </p:spPr>
          <p:txBody>
            <a:bodyPr wrap="square" lIns="45719" tIns="45719" rIns="45719" bIns="45719" numCol="1" anchor="ctr">
              <a:noAutofit/>
            </a:bodyPr>
            <a:lstStyle/>
            <a:p>
              <a:pPr/>
            </a:p>
          </p:txBody>
        </p:sp>
        <p:sp>
          <p:nvSpPr>
            <p:cNvPr id="473" name="Google Shape;1510;p117"/>
            <p:cNvSpPr/>
            <p:nvPr/>
          </p:nvSpPr>
          <p:spPr>
            <a:xfrm>
              <a:off x="-1" y="277783"/>
              <a:ext cx="1901979" cy="2806092"/>
            </a:xfrm>
            <a:prstGeom prst="rect">
              <a:avLst/>
            </a:prstGeom>
            <a:noFill/>
            <a:ln w="28575" cap="flat">
              <a:solidFill>
                <a:schemeClr val="accent1"/>
              </a:solidFill>
              <a:prstDash val="solid"/>
              <a:round/>
            </a:ln>
            <a:effectLst/>
          </p:spPr>
          <p:txBody>
            <a:bodyPr wrap="square" lIns="45719" tIns="45719" rIns="45719" bIns="45719" numCol="1" anchor="ctr">
              <a:noAutofit/>
            </a:bodyPr>
            <a:lstStyle/>
            <a:p>
              <a:pPr/>
            </a:p>
          </p:txBody>
        </p:sp>
        <p:sp>
          <p:nvSpPr>
            <p:cNvPr id="474" name="Google Shape;1511;p117"/>
            <p:cNvSpPr/>
            <p:nvPr/>
          </p:nvSpPr>
          <p:spPr>
            <a:xfrm>
              <a:off x="1176561" y="111464"/>
              <a:ext cx="79630" cy="79615"/>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1040" y="0"/>
                  </a:moveTo>
                  <a:cubicBezTo>
                    <a:pt x="4801" y="0"/>
                    <a:pt x="0" y="4802"/>
                    <a:pt x="0" y="10562"/>
                  </a:cubicBezTo>
                  <a:cubicBezTo>
                    <a:pt x="0" y="16802"/>
                    <a:pt x="4801" y="21600"/>
                    <a:pt x="11040" y="21600"/>
                  </a:cubicBezTo>
                  <a:cubicBezTo>
                    <a:pt x="16799" y="21600"/>
                    <a:pt x="21600" y="16802"/>
                    <a:pt x="21600" y="10562"/>
                  </a:cubicBezTo>
                  <a:cubicBezTo>
                    <a:pt x="21600" y="4802"/>
                    <a:pt x="16799" y="0"/>
                    <a:pt x="11040" y="0"/>
                  </a:cubicBezTo>
                  <a:close/>
                </a:path>
              </a:pathLst>
            </a:custGeom>
            <a:solidFill>
              <a:schemeClr val="accent1"/>
            </a:solidFill>
            <a:ln w="12700" cap="flat">
              <a:noFill/>
              <a:miter lim="400000"/>
            </a:ln>
            <a:effectLst/>
          </p:spPr>
          <p:txBody>
            <a:bodyPr wrap="square" lIns="45719" tIns="45719" rIns="45719" bIns="45719" numCol="1" anchor="ctr">
              <a:noAutofit/>
            </a:bodyPr>
            <a:lstStyle/>
            <a:p>
              <a:pPr/>
            </a:p>
          </p:txBody>
        </p:sp>
        <p:sp>
          <p:nvSpPr>
            <p:cNvPr id="475" name="Google Shape;1512;p117"/>
            <p:cNvSpPr/>
            <p:nvPr/>
          </p:nvSpPr>
          <p:spPr>
            <a:xfrm>
              <a:off x="645786" y="111464"/>
              <a:ext cx="468862" cy="79615"/>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874" y="0"/>
                  </a:moveTo>
                  <a:cubicBezTo>
                    <a:pt x="815" y="0"/>
                    <a:pt x="0" y="4802"/>
                    <a:pt x="0" y="10562"/>
                  </a:cubicBezTo>
                  <a:cubicBezTo>
                    <a:pt x="0" y="16802"/>
                    <a:pt x="815" y="21600"/>
                    <a:pt x="1874" y="21600"/>
                  </a:cubicBezTo>
                  <a:lnTo>
                    <a:pt x="19807" y="21600"/>
                  </a:lnTo>
                  <a:cubicBezTo>
                    <a:pt x="20785" y="21600"/>
                    <a:pt x="21600" y="16802"/>
                    <a:pt x="21600" y="10562"/>
                  </a:cubicBezTo>
                  <a:cubicBezTo>
                    <a:pt x="21600" y="4802"/>
                    <a:pt x="20785" y="0"/>
                    <a:pt x="19807" y="0"/>
                  </a:cubicBezTo>
                  <a:close/>
                </a:path>
              </a:pathLst>
            </a:custGeom>
            <a:solidFill>
              <a:schemeClr val="accent1"/>
            </a:solidFill>
            <a:ln w="12700" cap="flat">
              <a:noFill/>
              <a:miter lim="400000"/>
            </a:ln>
            <a:effectLst/>
          </p:spPr>
          <p:txBody>
            <a:bodyPr wrap="square" lIns="45719" tIns="45719" rIns="45719" bIns="45719" numCol="1" anchor="ctr">
              <a:noAutofit/>
            </a:bodyPr>
            <a:lstStyle/>
            <a:p>
              <a:pPr/>
            </a:p>
          </p:txBody>
        </p:sp>
      </p:grpSp>
      <p:pic>
        <p:nvPicPr>
          <p:cNvPr id="477" name="Picture 2" descr="Picture 2"/>
          <p:cNvPicPr>
            <a:picLocks noChangeAspect="1"/>
          </p:cNvPicPr>
          <p:nvPr/>
        </p:nvPicPr>
        <p:blipFill>
          <a:blip r:embed="rId5">
            <a:extLst/>
          </a:blip>
          <a:stretch>
            <a:fillRect/>
          </a:stretch>
        </p:blipFill>
        <p:spPr>
          <a:xfrm>
            <a:off x="734942" y="1463809"/>
            <a:ext cx="1901975" cy="2781315"/>
          </a:xfrm>
          <a:prstGeom prst="rect">
            <a:avLst/>
          </a:prstGeom>
          <a:ln w="12700">
            <a:miter lim="400000"/>
          </a:ln>
        </p:spPr>
      </p:pic>
      <p:pic>
        <p:nvPicPr>
          <p:cNvPr id="478" name="Picture 3" descr="Picture 3"/>
          <p:cNvPicPr>
            <a:picLocks noChangeAspect="1"/>
          </p:cNvPicPr>
          <p:nvPr/>
        </p:nvPicPr>
        <p:blipFill>
          <a:blip r:embed="rId6">
            <a:extLst/>
          </a:blip>
          <a:srcRect l="5886" t="5298" r="4573" b="868"/>
          <a:stretch>
            <a:fillRect/>
          </a:stretch>
        </p:blipFill>
        <p:spPr>
          <a:xfrm>
            <a:off x="6521481" y="1535234"/>
            <a:ext cx="1874222" cy="2777471"/>
          </a:xfrm>
          <a:prstGeom prst="rect">
            <a:avLst/>
          </a:prstGeom>
          <a:ln w="12700">
            <a:miter lim="400000"/>
          </a:ln>
        </p:spPr>
      </p:pic>
    </p:spTree>
  </p:cSld>
  <p:clrMapOvr>
    <a:masterClrMapping/>
  </p:clrMapOvr>
  <mc:AlternateContent xmlns:mc="http://schemas.openxmlformats.org/markup-compatibility/2006">
    <mc:Choice xmlns:p14="http://schemas.microsoft.com/office/powerpoint/2010/main" Requires="p14">
      <p:transition spd="slow" advClick="0" advTm="0" p14:dur="1200">
        <p:wipe dir="l"/>
      </p:transition>
    </mc:Choice>
    <mc:Fallback>
      <p:transition spd="slow">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480" name="矩形 37"/>
          <p:cNvSpPr txBox="1"/>
          <p:nvPr/>
        </p:nvSpPr>
        <p:spPr>
          <a:xfrm>
            <a:off x="1897442" y="379722"/>
            <a:ext cx="5349115" cy="53594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lgn="ctr">
              <a:defRPr sz="3000">
                <a:solidFill>
                  <a:srgbClr val="C00000"/>
                </a:solidFill>
                <a:latin typeface="Andalus"/>
                <a:ea typeface="Andalus"/>
                <a:cs typeface="Andalus"/>
                <a:sym typeface="Andalus"/>
              </a:defRPr>
            </a:lvl1pPr>
          </a:lstStyle>
          <a:p>
            <a:pPr/>
            <a:r>
              <a:t>Demo for Mobile Application</a:t>
            </a:r>
          </a:p>
        </p:txBody>
      </p:sp>
      <p:grpSp>
        <p:nvGrpSpPr>
          <p:cNvPr id="485" name="Google Shape;1508;p117"/>
          <p:cNvGrpSpPr/>
          <p:nvPr/>
        </p:nvGrpSpPr>
        <p:grpSpPr>
          <a:xfrm>
            <a:off x="1554931" y="1085236"/>
            <a:ext cx="1901979" cy="3234253"/>
            <a:chOff x="0" y="0"/>
            <a:chExt cx="1901977" cy="3234251"/>
          </a:xfrm>
        </p:grpSpPr>
        <p:sp>
          <p:nvSpPr>
            <p:cNvPr id="481" name="Google Shape;1509;p117"/>
            <p:cNvSpPr/>
            <p:nvPr/>
          </p:nvSpPr>
          <p:spPr>
            <a:xfrm>
              <a:off x="-1" y="-1"/>
              <a:ext cx="1901979" cy="3234253"/>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708" y="0"/>
                  </a:moveTo>
                  <a:cubicBezTo>
                    <a:pt x="764" y="0"/>
                    <a:pt x="0" y="449"/>
                    <a:pt x="0" y="1004"/>
                  </a:cubicBezTo>
                  <a:lnTo>
                    <a:pt x="0" y="20596"/>
                  </a:lnTo>
                  <a:cubicBezTo>
                    <a:pt x="0" y="21151"/>
                    <a:pt x="764" y="21600"/>
                    <a:pt x="1708" y="21600"/>
                  </a:cubicBezTo>
                  <a:lnTo>
                    <a:pt x="19892" y="21600"/>
                  </a:lnTo>
                  <a:cubicBezTo>
                    <a:pt x="20836" y="21600"/>
                    <a:pt x="21600" y="21151"/>
                    <a:pt x="21600" y="20596"/>
                  </a:cubicBezTo>
                  <a:lnTo>
                    <a:pt x="21600" y="1004"/>
                  </a:lnTo>
                  <a:cubicBezTo>
                    <a:pt x="21600" y="449"/>
                    <a:pt x="20836" y="0"/>
                    <a:pt x="19892" y="0"/>
                  </a:cubicBezTo>
                  <a:close/>
                </a:path>
              </a:pathLst>
            </a:custGeom>
            <a:noFill/>
            <a:ln w="28575" cap="flat">
              <a:solidFill>
                <a:schemeClr val="accent1"/>
              </a:solidFill>
              <a:prstDash val="solid"/>
              <a:round/>
            </a:ln>
            <a:effectLst/>
          </p:spPr>
          <p:txBody>
            <a:bodyPr wrap="square" lIns="45719" tIns="45719" rIns="45719" bIns="45719" numCol="1" anchor="ctr">
              <a:noAutofit/>
            </a:bodyPr>
            <a:lstStyle/>
            <a:p>
              <a:pPr/>
            </a:p>
          </p:txBody>
        </p:sp>
        <p:sp>
          <p:nvSpPr>
            <p:cNvPr id="482" name="Google Shape;1510;p117"/>
            <p:cNvSpPr/>
            <p:nvPr/>
          </p:nvSpPr>
          <p:spPr>
            <a:xfrm>
              <a:off x="-1" y="277783"/>
              <a:ext cx="1901979" cy="2806092"/>
            </a:xfrm>
            <a:prstGeom prst="rect">
              <a:avLst/>
            </a:prstGeom>
            <a:noFill/>
            <a:ln w="28575" cap="flat">
              <a:solidFill>
                <a:schemeClr val="accent1"/>
              </a:solidFill>
              <a:prstDash val="solid"/>
              <a:round/>
            </a:ln>
            <a:effectLst/>
          </p:spPr>
          <p:txBody>
            <a:bodyPr wrap="square" lIns="45719" tIns="45719" rIns="45719" bIns="45719" numCol="1" anchor="ctr">
              <a:noAutofit/>
            </a:bodyPr>
            <a:lstStyle/>
            <a:p>
              <a:pPr/>
            </a:p>
          </p:txBody>
        </p:sp>
        <p:sp>
          <p:nvSpPr>
            <p:cNvPr id="483" name="Google Shape;1511;p117"/>
            <p:cNvSpPr/>
            <p:nvPr/>
          </p:nvSpPr>
          <p:spPr>
            <a:xfrm>
              <a:off x="1176561" y="111464"/>
              <a:ext cx="79630" cy="79615"/>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1040" y="0"/>
                  </a:moveTo>
                  <a:cubicBezTo>
                    <a:pt x="4801" y="0"/>
                    <a:pt x="0" y="4802"/>
                    <a:pt x="0" y="10562"/>
                  </a:cubicBezTo>
                  <a:cubicBezTo>
                    <a:pt x="0" y="16802"/>
                    <a:pt x="4801" y="21600"/>
                    <a:pt x="11040" y="21600"/>
                  </a:cubicBezTo>
                  <a:cubicBezTo>
                    <a:pt x="16799" y="21600"/>
                    <a:pt x="21600" y="16802"/>
                    <a:pt x="21600" y="10562"/>
                  </a:cubicBezTo>
                  <a:cubicBezTo>
                    <a:pt x="21600" y="4802"/>
                    <a:pt x="16799" y="0"/>
                    <a:pt x="11040" y="0"/>
                  </a:cubicBezTo>
                  <a:close/>
                </a:path>
              </a:pathLst>
            </a:custGeom>
            <a:solidFill>
              <a:schemeClr val="accent1"/>
            </a:solidFill>
            <a:ln w="12700" cap="flat">
              <a:noFill/>
              <a:miter lim="400000"/>
            </a:ln>
            <a:effectLst/>
          </p:spPr>
          <p:txBody>
            <a:bodyPr wrap="square" lIns="45719" tIns="45719" rIns="45719" bIns="45719" numCol="1" anchor="ctr">
              <a:noAutofit/>
            </a:bodyPr>
            <a:lstStyle/>
            <a:p>
              <a:pPr/>
            </a:p>
          </p:txBody>
        </p:sp>
        <p:sp>
          <p:nvSpPr>
            <p:cNvPr id="484" name="Google Shape;1512;p117"/>
            <p:cNvSpPr/>
            <p:nvPr/>
          </p:nvSpPr>
          <p:spPr>
            <a:xfrm>
              <a:off x="645786" y="111464"/>
              <a:ext cx="468862" cy="79615"/>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874" y="0"/>
                  </a:moveTo>
                  <a:cubicBezTo>
                    <a:pt x="815" y="0"/>
                    <a:pt x="0" y="4802"/>
                    <a:pt x="0" y="10562"/>
                  </a:cubicBezTo>
                  <a:cubicBezTo>
                    <a:pt x="0" y="16802"/>
                    <a:pt x="815" y="21600"/>
                    <a:pt x="1874" y="21600"/>
                  </a:cubicBezTo>
                  <a:lnTo>
                    <a:pt x="19807" y="21600"/>
                  </a:lnTo>
                  <a:cubicBezTo>
                    <a:pt x="20785" y="21600"/>
                    <a:pt x="21600" y="16802"/>
                    <a:pt x="21600" y="10562"/>
                  </a:cubicBezTo>
                  <a:cubicBezTo>
                    <a:pt x="21600" y="4802"/>
                    <a:pt x="20785" y="0"/>
                    <a:pt x="19807" y="0"/>
                  </a:cubicBezTo>
                  <a:close/>
                </a:path>
              </a:pathLst>
            </a:custGeom>
            <a:solidFill>
              <a:schemeClr val="accent1"/>
            </a:solidFill>
            <a:ln w="12700" cap="flat">
              <a:noFill/>
              <a:miter lim="400000"/>
            </a:ln>
            <a:effectLst/>
          </p:spPr>
          <p:txBody>
            <a:bodyPr wrap="square" lIns="45719" tIns="45719" rIns="45719" bIns="45719" numCol="1" anchor="ctr">
              <a:noAutofit/>
            </a:bodyPr>
            <a:lstStyle/>
            <a:p>
              <a:pPr/>
            </a:p>
          </p:txBody>
        </p:sp>
      </p:grpSp>
      <p:grpSp>
        <p:nvGrpSpPr>
          <p:cNvPr id="490" name="Google Shape;1508;p117"/>
          <p:cNvGrpSpPr/>
          <p:nvPr/>
        </p:nvGrpSpPr>
        <p:grpSpPr>
          <a:xfrm>
            <a:off x="4505193" y="1751382"/>
            <a:ext cx="3234253" cy="1901979"/>
            <a:chOff x="0" y="0"/>
            <a:chExt cx="3234251" cy="1901977"/>
          </a:xfrm>
        </p:grpSpPr>
        <p:sp>
          <p:nvSpPr>
            <p:cNvPr id="486" name="Google Shape;1509;p117"/>
            <p:cNvSpPr/>
            <p:nvPr/>
          </p:nvSpPr>
          <p:spPr>
            <a:xfrm rot="16200000">
              <a:off x="666137" y="-666138"/>
              <a:ext cx="1901978" cy="3234253"/>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708" y="0"/>
                  </a:moveTo>
                  <a:cubicBezTo>
                    <a:pt x="764" y="0"/>
                    <a:pt x="0" y="449"/>
                    <a:pt x="0" y="1004"/>
                  </a:cubicBezTo>
                  <a:lnTo>
                    <a:pt x="0" y="20596"/>
                  </a:lnTo>
                  <a:cubicBezTo>
                    <a:pt x="0" y="21151"/>
                    <a:pt x="764" y="21600"/>
                    <a:pt x="1708" y="21600"/>
                  </a:cubicBezTo>
                  <a:lnTo>
                    <a:pt x="19892" y="21600"/>
                  </a:lnTo>
                  <a:cubicBezTo>
                    <a:pt x="20836" y="21600"/>
                    <a:pt x="21600" y="21151"/>
                    <a:pt x="21600" y="20596"/>
                  </a:cubicBezTo>
                  <a:lnTo>
                    <a:pt x="21600" y="1004"/>
                  </a:lnTo>
                  <a:cubicBezTo>
                    <a:pt x="21600" y="449"/>
                    <a:pt x="20836" y="0"/>
                    <a:pt x="19892" y="0"/>
                  </a:cubicBezTo>
                  <a:close/>
                </a:path>
              </a:pathLst>
            </a:custGeom>
            <a:noFill/>
            <a:ln w="28575" cap="flat">
              <a:solidFill>
                <a:schemeClr val="accent1"/>
              </a:solidFill>
              <a:prstDash val="solid"/>
              <a:round/>
            </a:ln>
            <a:effectLst/>
          </p:spPr>
          <p:txBody>
            <a:bodyPr wrap="square" lIns="45719" tIns="45719" rIns="45719" bIns="45719" numCol="1" anchor="ctr">
              <a:noAutofit/>
            </a:bodyPr>
            <a:lstStyle/>
            <a:p>
              <a:pPr/>
            </a:p>
          </p:txBody>
        </p:sp>
        <p:sp>
          <p:nvSpPr>
            <p:cNvPr id="487" name="Google Shape;1510;p117"/>
            <p:cNvSpPr/>
            <p:nvPr/>
          </p:nvSpPr>
          <p:spPr>
            <a:xfrm rot="16200000">
              <a:off x="729840" y="-452057"/>
              <a:ext cx="1901978" cy="2806091"/>
            </a:xfrm>
            <a:prstGeom prst="rect">
              <a:avLst/>
            </a:prstGeom>
            <a:noFill/>
            <a:ln w="28575" cap="flat">
              <a:solidFill>
                <a:schemeClr val="accent1"/>
              </a:solidFill>
              <a:prstDash val="solid"/>
              <a:round/>
            </a:ln>
            <a:effectLst/>
          </p:spPr>
          <p:txBody>
            <a:bodyPr wrap="square" lIns="45719" tIns="45719" rIns="45719" bIns="45719" numCol="1" anchor="ctr">
              <a:noAutofit/>
            </a:bodyPr>
            <a:lstStyle/>
            <a:p>
              <a:pPr/>
            </a:p>
          </p:txBody>
        </p:sp>
        <p:sp>
          <p:nvSpPr>
            <p:cNvPr id="488" name="Google Shape;1511;p117"/>
            <p:cNvSpPr/>
            <p:nvPr/>
          </p:nvSpPr>
          <p:spPr>
            <a:xfrm rot="16200000">
              <a:off x="111457" y="645794"/>
              <a:ext cx="79629" cy="79614"/>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1040" y="0"/>
                  </a:moveTo>
                  <a:cubicBezTo>
                    <a:pt x="4801" y="0"/>
                    <a:pt x="0" y="4802"/>
                    <a:pt x="0" y="10562"/>
                  </a:cubicBezTo>
                  <a:cubicBezTo>
                    <a:pt x="0" y="16802"/>
                    <a:pt x="4801" y="21600"/>
                    <a:pt x="11040" y="21600"/>
                  </a:cubicBezTo>
                  <a:cubicBezTo>
                    <a:pt x="16799" y="21600"/>
                    <a:pt x="21600" y="16802"/>
                    <a:pt x="21600" y="10562"/>
                  </a:cubicBezTo>
                  <a:cubicBezTo>
                    <a:pt x="21600" y="4802"/>
                    <a:pt x="16799" y="0"/>
                    <a:pt x="11040" y="0"/>
                  </a:cubicBezTo>
                  <a:close/>
                </a:path>
              </a:pathLst>
            </a:custGeom>
            <a:solidFill>
              <a:schemeClr val="accent1"/>
            </a:solidFill>
            <a:ln w="12700" cap="flat">
              <a:noFill/>
              <a:miter lim="400000"/>
            </a:ln>
            <a:effectLst/>
          </p:spPr>
          <p:txBody>
            <a:bodyPr wrap="square" lIns="45719" tIns="45719" rIns="45719" bIns="45719" numCol="1" anchor="ctr">
              <a:noAutofit/>
            </a:bodyPr>
            <a:lstStyle/>
            <a:p>
              <a:pPr/>
            </a:p>
          </p:txBody>
        </p:sp>
        <p:sp>
          <p:nvSpPr>
            <p:cNvPr id="489" name="Google Shape;1512;p117"/>
            <p:cNvSpPr/>
            <p:nvPr/>
          </p:nvSpPr>
          <p:spPr>
            <a:xfrm rot="16200000">
              <a:off x="-83160" y="981953"/>
              <a:ext cx="468863" cy="79614"/>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874" y="0"/>
                  </a:moveTo>
                  <a:cubicBezTo>
                    <a:pt x="815" y="0"/>
                    <a:pt x="0" y="4802"/>
                    <a:pt x="0" y="10562"/>
                  </a:cubicBezTo>
                  <a:cubicBezTo>
                    <a:pt x="0" y="16802"/>
                    <a:pt x="815" y="21600"/>
                    <a:pt x="1874" y="21600"/>
                  </a:cubicBezTo>
                  <a:lnTo>
                    <a:pt x="19807" y="21600"/>
                  </a:lnTo>
                  <a:cubicBezTo>
                    <a:pt x="20785" y="21600"/>
                    <a:pt x="21600" y="16802"/>
                    <a:pt x="21600" y="10562"/>
                  </a:cubicBezTo>
                  <a:cubicBezTo>
                    <a:pt x="21600" y="4802"/>
                    <a:pt x="20785" y="0"/>
                    <a:pt x="19807" y="0"/>
                  </a:cubicBezTo>
                  <a:close/>
                </a:path>
              </a:pathLst>
            </a:custGeom>
            <a:solidFill>
              <a:schemeClr val="accent1"/>
            </a:solidFill>
            <a:ln w="12700" cap="flat">
              <a:noFill/>
              <a:miter lim="400000"/>
            </a:ln>
            <a:effectLst/>
          </p:spPr>
          <p:txBody>
            <a:bodyPr wrap="square" lIns="45719" tIns="45719" rIns="45719" bIns="45719" numCol="1" anchor="ctr">
              <a:noAutofit/>
            </a:bodyPr>
            <a:lstStyle/>
            <a:p>
              <a:pPr/>
            </a:p>
          </p:txBody>
        </p:sp>
      </p:grpSp>
    </p:spTree>
  </p:cSld>
  <p:clrMapOvr>
    <a:masterClrMapping/>
  </p:clrMapOvr>
  <mc:AlternateContent xmlns:mc="http://schemas.openxmlformats.org/markup-compatibility/2006">
    <mc:Choice xmlns:p14="http://schemas.microsoft.com/office/powerpoint/2010/main" Requires="p14">
      <p:transition spd="slow" advClick="0" advTm="0" p14:dur="1200">
        <p:wipe dir="l"/>
      </p:transition>
    </mc:Choice>
    <mc:Fallback>
      <p:transition spd="slow">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492" name="矩形 418"/>
          <p:cNvSpPr txBox="1"/>
          <p:nvPr/>
        </p:nvSpPr>
        <p:spPr>
          <a:xfrm>
            <a:off x="3330891" y="376726"/>
            <a:ext cx="2482217" cy="53594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lgn="ctr">
              <a:defRPr sz="3000">
                <a:solidFill>
                  <a:srgbClr val="C00000"/>
                </a:solidFill>
                <a:latin typeface="Andalus"/>
                <a:ea typeface="Andalus"/>
                <a:cs typeface="Andalus"/>
                <a:sym typeface="Andalus"/>
              </a:defRPr>
            </a:lvl1pPr>
          </a:lstStyle>
          <a:p>
            <a:pPr/>
            <a:r>
              <a:t>Conclusion</a:t>
            </a:r>
          </a:p>
        </p:txBody>
      </p:sp>
      <p:sp>
        <p:nvSpPr>
          <p:cNvPr id="493" name="مستطيل 3"/>
          <p:cNvSpPr txBox="1"/>
          <p:nvPr/>
        </p:nvSpPr>
        <p:spPr>
          <a:xfrm>
            <a:off x="530316" y="1148879"/>
            <a:ext cx="2065572" cy="375232"/>
          </a:xfrm>
          <a:prstGeom prst="rect">
            <a:avLst/>
          </a:prstGeom>
          <a:ln w="12700">
            <a:miter lim="400000"/>
          </a:ln>
          <a:extLst>
            <a:ext uri="{C572A759-6A51-4108-AA02-DFA0A04FC94B}">
              <ma14:wrappingTextBoxFlag xmlns:ma14="http://schemas.microsoft.com/office/mac/drawingml/2011/main" val="1"/>
            </a:ext>
          </a:extLst>
        </p:spPr>
        <p:txBody>
          <a:bodyPr wrap="none" lIns="45719" rIns="45719">
            <a:spAutoFit/>
          </a:bodyPr>
          <a:lstStyle>
            <a:lvl1pPr>
              <a:defRPr b="1" sz="2000">
                <a:solidFill>
                  <a:srgbClr val="005790"/>
                </a:solidFill>
              </a:defRPr>
            </a:lvl1pPr>
          </a:lstStyle>
          <a:p>
            <a:pPr/>
            <a:r>
              <a:t>In Conclusion ...</a:t>
            </a:r>
          </a:p>
        </p:txBody>
      </p:sp>
      <p:pic>
        <p:nvPicPr>
          <p:cNvPr id="494" name="رسم 43" descr="رسم 43"/>
          <p:cNvPicPr>
            <a:picLocks noChangeAspect="1"/>
          </p:cNvPicPr>
          <p:nvPr/>
        </p:nvPicPr>
        <p:blipFill>
          <a:blip r:embed="rId2">
            <a:extLst/>
          </a:blip>
          <a:stretch>
            <a:fillRect/>
          </a:stretch>
        </p:blipFill>
        <p:spPr>
          <a:xfrm>
            <a:off x="235071" y="1226782"/>
            <a:ext cx="242326" cy="242326"/>
          </a:xfrm>
          <a:prstGeom prst="rect">
            <a:avLst/>
          </a:prstGeom>
          <a:ln w="12700">
            <a:miter lim="400000"/>
          </a:ln>
        </p:spPr>
      </p:pic>
      <p:sp>
        <p:nvSpPr>
          <p:cNvPr id="495" name="مستطيل 4"/>
          <p:cNvSpPr txBox="1"/>
          <p:nvPr/>
        </p:nvSpPr>
        <p:spPr>
          <a:xfrm>
            <a:off x="523117" y="1643067"/>
            <a:ext cx="4480561" cy="1914425"/>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defRPr>
                <a:solidFill>
                  <a:srgbClr val="3C3C3C"/>
                </a:solidFill>
              </a:defRPr>
            </a:lvl1pPr>
          </a:lstStyle>
          <a:p>
            <a:pPr/>
            <a:r>
              <a:t>The learning landscape of colleges and universities worldwide is undergoing rapid and expansive transformations, demanding a persistent awareness of the latest innovations and methodologies that can effectively and efficiently cater to the evolving needs of students. The objective of this project is to provide educators and learners with a comprehensive set of advanced features that can alleviate any obstacles encountered during the learning process.</a:t>
            </a:r>
          </a:p>
        </p:txBody>
      </p:sp>
      <p:grpSp>
        <p:nvGrpSpPr>
          <p:cNvPr id="536" name="Google Shape;5793;p140"/>
          <p:cNvGrpSpPr/>
          <p:nvPr/>
        </p:nvGrpSpPr>
        <p:grpSpPr>
          <a:xfrm>
            <a:off x="5257700" y="1229514"/>
            <a:ext cx="3408903" cy="2684468"/>
            <a:chOff x="23" y="23"/>
            <a:chExt cx="3408901" cy="2684467"/>
          </a:xfrm>
        </p:grpSpPr>
        <p:sp>
          <p:nvSpPr>
            <p:cNvPr id="496" name="Google Shape;5794;p140"/>
            <p:cNvSpPr/>
            <p:nvPr/>
          </p:nvSpPr>
          <p:spPr>
            <a:xfrm>
              <a:off x="2227301" y="318281"/>
              <a:ext cx="1122782" cy="420247"/>
            </a:xfrm>
            <a:prstGeom prst="rect">
              <a:avLst/>
            </a:prstGeom>
            <a:solidFill>
              <a:srgbClr val="B3C3CE"/>
            </a:solidFill>
            <a:ln w="12700" cap="flat">
              <a:noFill/>
              <a:miter lim="400000"/>
            </a:ln>
            <a:effectLst/>
          </p:spPr>
          <p:txBody>
            <a:bodyPr wrap="square" lIns="45719" tIns="45719" rIns="45719" bIns="45719" numCol="1" anchor="ctr">
              <a:noAutofit/>
            </a:bodyPr>
            <a:lstStyle/>
            <a:p>
              <a:pPr/>
            </a:p>
          </p:txBody>
        </p:sp>
        <p:sp>
          <p:nvSpPr>
            <p:cNvPr id="497" name="Google Shape;5795;p140"/>
            <p:cNvSpPr/>
            <p:nvPr/>
          </p:nvSpPr>
          <p:spPr>
            <a:xfrm>
              <a:off x="1912676" y="1797541"/>
              <a:ext cx="1371091" cy="420248"/>
            </a:xfrm>
            <a:prstGeom prst="rect">
              <a:avLst/>
            </a:prstGeom>
            <a:solidFill>
              <a:srgbClr val="374F66"/>
            </a:solidFill>
            <a:ln w="12700" cap="flat">
              <a:noFill/>
              <a:miter lim="400000"/>
            </a:ln>
            <a:effectLst/>
          </p:spPr>
          <p:txBody>
            <a:bodyPr wrap="square" lIns="45719" tIns="45719" rIns="45719" bIns="45719" numCol="1" anchor="ctr">
              <a:noAutofit/>
            </a:bodyPr>
            <a:lstStyle/>
            <a:p>
              <a:pPr/>
            </a:p>
          </p:txBody>
        </p:sp>
        <p:sp>
          <p:nvSpPr>
            <p:cNvPr id="498" name="Google Shape;5796;p140"/>
            <p:cNvSpPr/>
            <p:nvPr/>
          </p:nvSpPr>
          <p:spPr>
            <a:xfrm>
              <a:off x="23" y="457262"/>
              <a:ext cx="1064128" cy="420271"/>
            </a:xfrm>
            <a:prstGeom prst="rect">
              <a:avLst/>
            </a:prstGeom>
            <a:solidFill>
              <a:srgbClr val="8FA1AF"/>
            </a:solidFill>
            <a:ln w="12700" cap="flat">
              <a:noFill/>
              <a:miter lim="400000"/>
            </a:ln>
            <a:effectLst/>
          </p:spPr>
          <p:txBody>
            <a:bodyPr wrap="square" lIns="45719" tIns="45719" rIns="45719" bIns="45719" numCol="1" anchor="ctr">
              <a:noAutofit/>
            </a:bodyPr>
            <a:lstStyle/>
            <a:p>
              <a:pPr/>
            </a:p>
          </p:txBody>
        </p:sp>
        <p:sp>
          <p:nvSpPr>
            <p:cNvPr id="499" name="Google Shape;5797;p140"/>
            <p:cNvSpPr/>
            <p:nvPr/>
          </p:nvSpPr>
          <p:spPr>
            <a:xfrm>
              <a:off x="22774" y="1146206"/>
              <a:ext cx="1407292" cy="420248"/>
            </a:xfrm>
            <a:prstGeom prst="rect">
              <a:avLst/>
            </a:prstGeom>
            <a:solidFill>
              <a:srgbClr val="C9D4DC"/>
            </a:solidFill>
            <a:ln w="12700" cap="flat">
              <a:noFill/>
              <a:miter lim="400000"/>
            </a:ln>
            <a:effectLst/>
          </p:spPr>
          <p:txBody>
            <a:bodyPr wrap="square" lIns="45719" tIns="45719" rIns="45719" bIns="45719" numCol="1" anchor="ctr">
              <a:noAutofit/>
            </a:bodyPr>
            <a:lstStyle/>
            <a:p>
              <a:pPr/>
            </a:p>
          </p:txBody>
        </p:sp>
        <p:sp>
          <p:nvSpPr>
            <p:cNvPr id="500" name="Google Shape;5798;p140"/>
            <p:cNvSpPr/>
            <p:nvPr/>
          </p:nvSpPr>
          <p:spPr>
            <a:xfrm>
              <a:off x="184024" y="1832632"/>
              <a:ext cx="1407268" cy="427819"/>
            </a:xfrm>
            <a:prstGeom prst="rect">
              <a:avLst/>
            </a:prstGeom>
            <a:solidFill>
              <a:srgbClr val="DBE3E8"/>
            </a:solidFill>
            <a:ln w="12700" cap="flat">
              <a:noFill/>
              <a:miter lim="400000"/>
            </a:ln>
            <a:effectLst/>
          </p:spPr>
          <p:txBody>
            <a:bodyPr wrap="square" lIns="45719" tIns="45719" rIns="45719" bIns="45719" numCol="1" anchor="ctr">
              <a:noAutofit/>
            </a:bodyPr>
            <a:lstStyle/>
            <a:p>
              <a:pPr/>
            </a:p>
          </p:txBody>
        </p:sp>
        <p:sp>
          <p:nvSpPr>
            <p:cNvPr id="501" name="Google Shape;5799;p140"/>
            <p:cNvSpPr/>
            <p:nvPr/>
          </p:nvSpPr>
          <p:spPr>
            <a:xfrm>
              <a:off x="2187577" y="1076277"/>
              <a:ext cx="1221348" cy="420247"/>
            </a:xfrm>
            <a:prstGeom prst="rect">
              <a:avLst/>
            </a:prstGeom>
            <a:solidFill>
              <a:srgbClr val="4F677B"/>
            </a:solidFill>
            <a:ln w="12700" cap="flat">
              <a:noFill/>
              <a:miter lim="400000"/>
            </a:ln>
            <a:effectLst/>
          </p:spPr>
          <p:txBody>
            <a:bodyPr wrap="square" lIns="45719" tIns="45719" rIns="45719" bIns="45719" numCol="1" anchor="ctr">
              <a:noAutofit/>
            </a:bodyPr>
            <a:lstStyle/>
            <a:p>
              <a:pPr/>
            </a:p>
          </p:txBody>
        </p:sp>
        <p:grpSp>
          <p:nvGrpSpPr>
            <p:cNvPr id="535" name="Google Shape;5800;p140"/>
            <p:cNvGrpSpPr/>
            <p:nvPr/>
          </p:nvGrpSpPr>
          <p:grpSpPr>
            <a:xfrm>
              <a:off x="823826" y="23"/>
              <a:ext cx="1773978" cy="2684468"/>
              <a:chOff x="0" y="0"/>
              <a:chExt cx="1773977" cy="2684467"/>
            </a:xfrm>
          </p:grpSpPr>
          <p:sp>
            <p:nvSpPr>
              <p:cNvPr id="502" name="Google Shape;5801;p140"/>
              <p:cNvSpPr/>
              <p:nvPr/>
            </p:nvSpPr>
            <p:spPr>
              <a:xfrm>
                <a:off x="1403474" y="318258"/>
                <a:ext cx="370504" cy="420247"/>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0"/>
                    </a:moveTo>
                    <a:lnTo>
                      <a:pt x="0" y="21600"/>
                    </a:lnTo>
                    <a:lnTo>
                      <a:pt x="21600" y="21600"/>
                    </a:lnTo>
                    <a:cubicBezTo>
                      <a:pt x="20634" y="13762"/>
                      <a:pt x="17413" y="6364"/>
                      <a:pt x="12217" y="0"/>
                    </a:cubicBezTo>
                    <a:close/>
                  </a:path>
                </a:pathLst>
              </a:custGeom>
              <a:solidFill>
                <a:srgbClr val="869FB1"/>
              </a:solidFill>
              <a:ln w="12700" cap="flat">
                <a:noFill/>
                <a:miter lim="400000"/>
              </a:ln>
              <a:effectLst/>
            </p:spPr>
            <p:txBody>
              <a:bodyPr wrap="square" lIns="45719" tIns="45719" rIns="45719" bIns="45719" numCol="1" anchor="ctr">
                <a:noAutofit/>
              </a:bodyPr>
              <a:lstStyle/>
              <a:p>
                <a:pPr/>
              </a:p>
            </p:txBody>
          </p:sp>
          <p:sp>
            <p:nvSpPr>
              <p:cNvPr id="503" name="Google Shape;5802;p140"/>
              <p:cNvSpPr/>
              <p:nvPr/>
            </p:nvSpPr>
            <p:spPr>
              <a:xfrm>
                <a:off x="1088849" y="1797518"/>
                <a:ext cx="239672" cy="420247"/>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0"/>
                    </a:moveTo>
                    <a:lnTo>
                      <a:pt x="0" y="21600"/>
                    </a:lnTo>
                    <a:lnTo>
                      <a:pt x="12106" y="21600"/>
                    </a:lnTo>
                    <a:cubicBezTo>
                      <a:pt x="12118" y="21514"/>
                      <a:pt x="12125" y="21430"/>
                      <a:pt x="12125" y="21344"/>
                    </a:cubicBezTo>
                    <a:cubicBezTo>
                      <a:pt x="12129" y="20492"/>
                      <a:pt x="11637" y="19663"/>
                      <a:pt x="10733" y="18985"/>
                    </a:cubicBezTo>
                    <a:cubicBezTo>
                      <a:pt x="12022" y="18016"/>
                      <a:pt x="12446" y="16761"/>
                      <a:pt x="11881" y="15588"/>
                    </a:cubicBezTo>
                    <a:cubicBezTo>
                      <a:pt x="13212" y="14044"/>
                      <a:pt x="13222" y="12315"/>
                      <a:pt x="13230" y="10727"/>
                    </a:cubicBezTo>
                    <a:lnTo>
                      <a:pt x="13230" y="10596"/>
                    </a:lnTo>
                    <a:cubicBezTo>
                      <a:pt x="13237" y="9564"/>
                      <a:pt x="13710" y="8234"/>
                      <a:pt x="14501" y="7035"/>
                    </a:cubicBezTo>
                    <a:cubicBezTo>
                      <a:pt x="16155" y="4516"/>
                      <a:pt x="18544" y="2161"/>
                      <a:pt x="21600" y="0"/>
                    </a:cubicBezTo>
                    <a:close/>
                  </a:path>
                </a:pathLst>
              </a:custGeom>
              <a:solidFill>
                <a:srgbClr val="213B55"/>
              </a:solidFill>
              <a:ln w="12700" cap="flat">
                <a:noFill/>
                <a:miter lim="400000"/>
              </a:ln>
              <a:effectLst/>
            </p:spPr>
            <p:txBody>
              <a:bodyPr wrap="square" lIns="45719" tIns="45719" rIns="45719" bIns="45719" numCol="1" anchor="ctr">
                <a:noAutofit/>
              </a:bodyPr>
              <a:lstStyle/>
              <a:p>
                <a:pPr/>
              </a:p>
            </p:txBody>
          </p:sp>
          <p:sp>
            <p:nvSpPr>
              <p:cNvPr id="504" name="Google Shape;5803;p140"/>
              <p:cNvSpPr/>
              <p:nvPr/>
            </p:nvSpPr>
            <p:spPr>
              <a:xfrm>
                <a:off x="0" y="457239"/>
                <a:ext cx="240324" cy="420270"/>
              </a:xfrm>
              <a:custGeom>
                <a:avLst/>
                <a:gdLst/>
                <a:ahLst/>
                <a:cxnLst>
                  <a:cxn ang="0">
                    <a:pos x="wd2" y="hd2"/>
                  </a:cxn>
                  <a:cxn ang="5400000">
                    <a:pos x="wd2" y="hd2"/>
                  </a:cxn>
                  <a:cxn ang="10800000">
                    <a:pos x="wd2" y="hd2"/>
                  </a:cxn>
                  <a:cxn ang="16200000">
                    <a:pos x="wd2" y="hd2"/>
                  </a:cxn>
                </a:cxnLst>
                <a:rect l="0" t="0" r="r" b="b"/>
                <a:pathLst>
                  <a:path w="21577" h="21600" fill="norm" stroke="1" extrusionOk="0">
                    <a:moveTo>
                      <a:pt x="7584" y="0"/>
                    </a:moveTo>
                    <a:cubicBezTo>
                      <a:pt x="2635" y="6009"/>
                      <a:pt x="16" y="12617"/>
                      <a:pt x="6" y="19455"/>
                    </a:cubicBezTo>
                    <a:cubicBezTo>
                      <a:pt x="0" y="19664"/>
                      <a:pt x="-23" y="20416"/>
                      <a:pt x="83" y="21600"/>
                    </a:cubicBezTo>
                    <a:lnTo>
                      <a:pt x="21577" y="21600"/>
                    </a:lnTo>
                    <a:lnTo>
                      <a:pt x="21577" y="0"/>
                    </a:lnTo>
                    <a:close/>
                  </a:path>
                </a:pathLst>
              </a:custGeom>
              <a:solidFill>
                <a:srgbClr val="667E92"/>
              </a:solidFill>
              <a:ln w="12700" cap="flat">
                <a:noFill/>
                <a:miter lim="400000"/>
              </a:ln>
              <a:effectLst/>
            </p:spPr>
            <p:txBody>
              <a:bodyPr wrap="square" lIns="45719" tIns="45719" rIns="45719" bIns="45719" numCol="1" anchor="ctr">
                <a:noAutofit/>
              </a:bodyPr>
              <a:lstStyle/>
              <a:p>
                <a:pPr/>
              </a:p>
            </p:txBody>
          </p:sp>
          <p:sp>
            <p:nvSpPr>
              <p:cNvPr id="505" name="Google Shape;5804;p140"/>
              <p:cNvSpPr/>
              <p:nvPr/>
            </p:nvSpPr>
            <p:spPr>
              <a:xfrm>
                <a:off x="47871" y="1146183"/>
                <a:ext cx="558372" cy="420248"/>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0"/>
                    </a:moveTo>
                    <a:cubicBezTo>
                      <a:pt x="1372" y="6319"/>
                      <a:pt x="3761" y="13907"/>
                      <a:pt x="7901" y="21600"/>
                    </a:cubicBezTo>
                    <a:lnTo>
                      <a:pt x="21600" y="21600"/>
                    </a:lnTo>
                    <a:lnTo>
                      <a:pt x="21600" y="0"/>
                    </a:lnTo>
                    <a:close/>
                  </a:path>
                </a:pathLst>
              </a:custGeom>
              <a:solidFill>
                <a:srgbClr val="A5B7C5"/>
              </a:solidFill>
              <a:ln w="12700" cap="flat">
                <a:noFill/>
                <a:miter lim="400000"/>
              </a:ln>
              <a:effectLst/>
            </p:spPr>
            <p:txBody>
              <a:bodyPr wrap="square" lIns="45719" tIns="45719" rIns="45719" bIns="45719" numCol="1" anchor="ctr">
                <a:noAutofit/>
              </a:bodyPr>
              <a:lstStyle/>
              <a:p>
                <a:pPr/>
              </a:p>
            </p:txBody>
          </p:sp>
          <p:sp>
            <p:nvSpPr>
              <p:cNvPr id="506" name="Google Shape;5805;p140"/>
              <p:cNvSpPr/>
              <p:nvPr/>
            </p:nvSpPr>
            <p:spPr>
              <a:xfrm>
                <a:off x="476822" y="1832609"/>
                <a:ext cx="290690" cy="427819"/>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0"/>
                    </a:moveTo>
                    <a:cubicBezTo>
                      <a:pt x="1613" y="1621"/>
                      <a:pt x="2936" y="3337"/>
                      <a:pt x="3930" y="5139"/>
                    </a:cubicBezTo>
                    <a:cubicBezTo>
                      <a:pt x="4582" y="6317"/>
                      <a:pt x="4973" y="7623"/>
                      <a:pt x="4979" y="8637"/>
                    </a:cubicBezTo>
                    <a:lnTo>
                      <a:pt x="4979" y="8765"/>
                    </a:lnTo>
                    <a:cubicBezTo>
                      <a:pt x="4985" y="10326"/>
                      <a:pt x="4995" y="12024"/>
                      <a:pt x="6091" y="13541"/>
                    </a:cubicBezTo>
                    <a:cubicBezTo>
                      <a:pt x="5624" y="14693"/>
                      <a:pt x="5974" y="15926"/>
                      <a:pt x="7038" y="16877"/>
                    </a:cubicBezTo>
                    <a:cubicBezTo>
                      <a:pt x="5508" y="18247"/>
                      <a:pt x="5508" y="20143"/>
                      <a:pt x="7038" y="21512"/>
                    </a:cubicBezTo>
                    <a:cubicBezTo>
                      <a:pt x="7004" y="21540"/>
                      <a:pt x="6978" y="21571"/>
                      <a:pt x="6947" y="21600"/>
                    </a:cubicBezTo>
                    <a:lnTo>
                      <a:pt x="21600" y="21600"/>
                    </a:lnTo>
                    <a:lnTo>
                      <a:pt x="21600" y="0"/>
                    </a:lnTo>
                    <a:close/>
                  </a:path>
                </a:pathLst>
              </a:custGeom>
              <a:solidFill>
                <a:srgbClr val="CFD9E0"/>
              </a:solidFill>
              <a:ln w="12700" cap="flat">
                <a:noFill/>
                <a:miter lim="400000"/>
              </a:ln>
              <a:effectLst/>
            </p:spPr>
            <p:txBody>
              <a:bodyPr wrap="square" lIns="45719" tIns="45719" rIns="45719" bIns="45719" numCol="1" anchor="ctr">
                <a:noAutofit/>
              </a:bodyPr>
              <a:lstStyle/>
              <a:p>
                <a:pPr/>
              </a:p>
            </p:txBody>
          </p:sp>
          <p:sp>
            <p:nvSpPr>
              <p:cNvPr id="507" name="Google Shape;5806;p140"/>
              <p:cNvSpPr/>
              <p:nvPr/>
            </p:nvSpPr>
            <p:spPr>
              <a:xfrm>
                <a:off x="1363751" y="1076254"/>
                <a:ext cx="385968" cy="420247"/>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0"/>
                    </a:moveTo>
                    <a:lnTo>
                      <a:pt x="0" y="21600"/>
                    </a:lnTo>
                    <a:lnTo>
                      <a:pt x="11790" y="21600"/>
                    </a:lnTo>
                    <a:cubicBezTo>
                      <a:pt x="17228" y="13652"/>
                      <a:pt x="20091" y="6015"/>
                      <a:pt x="21600" y="0"/>
                    </a:cubicBezTo>
                    <a:close/>
                  </a:path>
                </a:pathLst>
              </a:custGeom>
              <a:solidFill>
                <a:srgbClr val="445D73"/>
              </a:solidFill>
              <a:ln w="12700" cap="flat">
                <a:noFill/>
                <a:miter lim="400000"/>
              </a:ln>
              <a:effectLst/>
            </p:spPr>
            <p:txBody>
              <a:bodyPr wrap="square" lIns="45719" tIns="45719" rIns="45719" bIns="45719" numCol="1" anchor="ctr">
                <a:noAutofit/>
              </a:bodyPr>
              <a:lstStyle/>
              <a:p>
                <a:pPr/>
              </a:p>
            </p:txBody>
          </p:sp>
          <p:grpSp>
            <p:nvGrpSpPr>
              <p:cNvPr id="534" name="Google Shape;5807;p140"/>
              <p:cNvGrpSpPr/>
              <p:nvPr/>
            </p:nvGrpSpPr>
            <p:grpSpPr>
              <a:xfrm>
                <a:off x="53117" y="-1"/>
                <a:ext cx="1673252" cy="2684469"/>
                <a:chOff x="0" y="0"/>
                <a:chExt cx="1673251" cy="2684467"/>
              </a:xfrm>
            </p:grpSpPr>
            <p:grpSp>
              <p:nvGrpSpPr>
                <p:cNvPr id="527" name="Google Shape;5808;p140"/>
                <p:cNvGrpSpPr/>
                <p:nvPr/>
              </p:nvGrpSpPr>
              <p:grpSpPr>
                <a:xfrm>
                  <a:off x="-1" y="-1"/>
                  <a:ext cx="1673253" cy="2684469"/>
                  <a:chOff x="0" y="0"/>
                  <a:chExt cx="1673251" cy="2684467"/>
                </a:xfrm>
              </p:grpSpPr>
              <p:sp>
                <p:nvSpPr>
                  <p:cNvPr id="508" name="Google Shape;5809;p140"/>
                  <p:cNvSpPr/>
                  <p:nvPr/>
                </p:nvSpPr>
                <p:spPr>
                  <a:xfrm>
                    <a:off x="660157" y="2413477"/>
                    <a:ext cx="352911" cy="270991"/>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0"/>
                        </a:moveTo>
                        <a:lnTo>
                          <a:pt x="0" y="7533"/>
                        </a:lnTo>
                        <a:cubicBezTo>
                          <a:pt x="0" y="15270"/>
                          <a:pt x="4858" y="21600"/>
                          <a:pt x="10799" y="21600"/>
                        </a:cubicBezTo>
                        <a:cubicBezTo>
                          <a:pt x="16739" y="21600"/>
                          <a:pt x="21600" y="15270"/>
                          <a:pt x="21600" y="7533"/>
                        </a:cubicBezTo>
                        <a:lnTo>
                          <a:pt x="21600" y="0"/>
                        </a:lnTo>
                        <a:close/>
                      </a:path>
                    </a:pathLst>
                  </a:custGeom>
                  <a:solidFill>
                    <a:srgbClr val="EEF0F2"/>
                  </a:solidFill>
                  <a:ln w="12700" cap="flat">
                    <a:noFill/>
                    <a:miter lim="400000"/>
                  </a:ln>
                  <a:effectLst/>
                </p:spPr>
                <p:txBody>
                  <a:bodyPr wrap="square" lIns="45719" tIns="45719" rIns="45719" bIns="45719" numCol="1" anchor="ctr">
                    <a:noAutofit/>
                  </a:bodyPr>
                  <a:lstStyle/>
                  <a:p>
                    <a:pPr/>
                  </a:p>
                </p:txBody>
              </p:sp>
              <p:sp>
                <p:nvSpPr>
                  <p:cNvPr id="509" name="Google Shape;5810;p140"/>
                  <p:cNvSpPr/>
                  <p:nvPr/>
                </p:nvSpPr>
                <p:spPr>
                  <a:xfrm>
                    <a:off x="576248" y="2327669"/>
                    <a:ext cx="520756" cy="285276"/>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0"/>
                        </a:moveTo>
                        <a:lnTo>
                          <a:pt x="0" y="5020"/>
                        </a:lnTo>
                        <a:cubicBezTo>
                          <a:pt x="0" y="14947"/>
                          <a:pt x="10057" y="21600"/>
                          <a:pt x="10799" y="21600"/>
                        </a:cubicBezTo>
                        <a:cubicBezTo>
                          <a:pt x="11542" y="21600"/>
                          <a:pt x="21600" y="13468"/>
                          <a:pt x="21600" y="5020"/>
                        </a:cubicBezTo>
                        <a:lnTo>
                          <a:pt x="21600" y="0"/>
                        </a:lnTo>
                        <a:close/>
                      </a:path>
                    </a:pathLst>
                  </a:custGeom>
                  <a:solidFill>
                    <a:srgbClr val="E3E7EA"/>
                  </a:solidFill>
                  <a:ln w="12700" cap="flat">
                    <a:noFill/>
                    <a:miter lim="400000"/>
                  </a:ln>
                  <a:effectLst/>
                </p:spPr>
                <p:txBody>
                  <a:bodyPr wrap="square" lIns="45719" tIns="45719" rIns="45719" bIns="45719" numCol="1" anchor="ctr">
                    <a:noAutofit/>
                  </a:bodyPr>
                  <a:lstStyle/>
                  <a:p>
                    <a:pPr/>
                  </a:p>
                </p:txBody>
              </p:sp>
              <p:sp>
                <p:nvSpPr>
                  <p:cNvPr id="510" name="Google Shape;5811;p140"/>
                  <p:cNvSpPr/>
                  <p:nvPr/>
                </p:nvSpPr>
                <p:spPr>
                  <a:xfrm>
                    <a:off x="576248" y="2358942"/>
                    <a:ext cx="520756" cy="254003"/>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0"/>
                        </a:moveTo>
                        <a:lnTo>
                          <a:pt x="0" y="2978"/>
                        </a:lnTo>
                        <a:cubicBezTo>
                          <a:pt x="0" y="14128"/>
                          <a:pt x="10057" y="21600"/>
                          <a:pt x="10799" y="21600"/>
                        </a:cubicBezTo>
                        <a:cubicBezTo>
                          <a:pt x="11542" y="21600"/>
                          <a:pt x="21600" y="12468"/>
                          <a:pt x="21600" y="2978"/>
                        </a:cubicBezTo>
                        <a:lnTo>
                          <a:pt x="21600" y="0"/>
                        </a:lnTo>
                        <a:cubicBezTo>
                          <a:pt x="21600" y="9488"/>
                          <a:pt x="11542" y="18618"/>
                          <a:pt x="10799" y="18618"/>
                        </a:cubicBezTo>
                        <a:cubicBezTo>
                          <a:pt x="10057" y="18618"/>
                          <a:pt x="0" y="11149"/>
                          <a:pt x="0" y="0"/>
                        </a:cubicBezTo>
                        <a:close/>
                      </a:path>
                    </a:pathLst>
                  </a:custGeom>
                  <a:solidFill>
                    <a:srgbClr val="D6DBE0"/>
                  </a:solidFill>
                  <a:ln w="12700" cap="flat">
                    <a:noFill/>
                    <a:miter lim="400000"/>
                  </a:ln>
                  <a:effectLst/>
                </p:spPr>
                <p:txBody>
                  <a:bodyPr wrap="square" lIns="45719" tIns="45719" rIns="45719" bIns="45719" numCol="1" anchor="ctr">
                    <a:noAutofit/>
                  </a:bodyPr>
                  <a:lstStyle/>
                  <a:p>
                    <a:pPr/>
                  </a:p>
                </p:txBody>
              </p:sp>
              <p:sp>
                <p:nvSpPr>
                  <p:cNvPr id="511" name="Google Shape;5812;p140"/>
                  <p:cNvSpPr/>
                  <p:nvPr/>
                </p:nvSpPr>
                <p:spPr>
                  <a:xfrm>
                    <a:off x="577982" y="2412205"/>
                    <a:ext cx="516774" cy="46136"/>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49" y="0"/>
                        </a:moveTo>
                        <a:cubicBezTo>
                          <a:pt x="32" y="0"/>
                          <a:pt x="16" y="33"/>
                          <a:pt x="0" y="33"/>
                        </a:cubicBezTo>
                        <a:cubicBezTo>
                          <a:pt x="117" y="7587"/>
                          <a:pt x="378" y="14805"/>
                          <a:pt x="752" y="21600"/>
                        </a:cubicBezTo>
                        <a:lnTo>
                          <a:pt x="20667" y="21600"/>
                        </a:lnTo>
                        <a:cubicBezTo>
                          <a:pt x="21124" y="14588"/>
                          <a:pt x="21452" y="7359"/>
                          <a:pt x="21600" y="11"/>
                        </a:cubicBezTo>
                        <a:cubicBezTo>
                          <a:pt x="21590" y="11"/>
                          <a:pt x="21582" y="0"/>
                          <a:pt x="21572" y="0"/>
                        </a:cubicBezTo>
                        <a:close/>
                      </a:path>
                    </a:pathLst>
                  </a:custGeom>
                  <a:solidFill>
                    <a:srgbClr val="D6DBE0"/>
                  </a:solidFill>
                  <a:ln w="12700" cap="flat">
                    <a:noFill/>
                    <a:miter lim="400000"/>
                  </a:ln>
                  <a:effectLst/>
                </p:spPr>
                <p:txBody>
                  <a:bodyPr wrap="square" lIns="45719" tIns="45719" rIns="45719" bIns="45719" numCol="1" anchor="ctr">
                    <a:noAutofit/>
                  </a:bodyPr>
                  <a:lstStyle/>
                  <a:p>
                    <a:pPr/>
                  </a:p>
                </p:txBody>
              </p:sp>
              <p:sp>
                <p:nvSpPr>
                  <p:cNvPr id="512" name="Google Shape;5813;p140"/>
                  <p:cNvSpPr/>
                  <p:nvPr/>
                </p:nvSpPr>
                <p:spPr>
                  <a:xfrm>
                    <a:off x="0" y="0"/>
                    <a:ext cx="1673252" cy="2137003"/>
                  </a:xfrm>
                  <a:custGeom>
                    <a:avLst/>
                    <a:gdLst/>
                    <a:ahLst/>
                    <a:cxnLst>
                      <a:cxn ang="0">
                        <a:pos x="wd2" y="hd2"/>
                      </a:cxn>
                      <a:cxn ang="5400000">
                        <a:pos x="wd2" y="hd2"/>
                      </a:cxn>
                      <a:cxn ang="10800000">
                        <a:pos x="wd2" y="hd2"/>
                      </a:cxn>
                      <a:cxn ang="16200000">
                        <a:pos x="wd2" y="hd2"/>
                      </a:cxn>
                    </a:cxnLst>
                    <a:rect l="0" t="0" r="r" b="b"/>
                    <a:pathLst>
                      <a:path w="21581" h="21600" fill="norm" stroke="1" extrusionOk="0">
                        <a:moveTo>
                          <a:pt x="10790" y="0"/>
                        </a:moveTo>
                        <a:cubicBezTo>
                          <a:pt x="4831" y="0"/>
                          <a:pt x="1" y="3785"/>
                          <a:pt x="1" y="8455"/>
                        </a:cubicBezTo>
                        <a:cubicBezTo>
                          <a:pt x="1" y="8455"/>
                          <a:pt x="-10" y="8690"/>
                          <a:pt x="32" y="9099"/>
                        </a:cubicBezTo>
                        <a:cubicBezTo>
                          <a:pt x="33" y="9108"/>
                          <a:pt x="34" y="9116"/>
                          <a:pt x="34" y="9125"/>
                        </a:cubicBezTo>
                        <a:cubicBezTo>
                          <a:pt x="39" y="9169"/>
                          <a:pt x="44" y="9215"/>
                          <a:pt x="50" y="9263"/>
                        </a:cubicBezTo>
                        <a:cubicBezTo>
                          <a:pt x="56" y="9316"/>
                          <a:pt x="63" y="9369"/>
                          <a:pt x="72" y="9422"/>
                        </a:cubicBezTo>
                        <a:cubicBezTo>
                          <a:pt x="74" y="9441"/>
                          <a:pt x="77" y="9461"/>
                          <a:pt x="80" y="9480"/>
                        </a:cubicBezTo>
                        <a:cubicBezTo>
                          <a:pt x="83" y="9504"/>
                          <a:pt x="87" y="9527"/>
                          <a:pt x="91" y="9551"/>
                        </a:cubicBezTo>
                        <a:cubicBezTo>
                          <a:pt x="352" y="11194"/>
                          <a:pt x="1347" y="14416"/>
                          <a:pt x="5098" y="17340"/>
                        </a:cubicBezTo>
                        <a:cubicBezTo>
                          <a:pt x="5836" y="17914"/>
                          <a:pt x="6423" y="18601"/>
                          <a:pt x="6788" y="19364"/>
                        </a:cubicBezTo>
                        <a:cubicBezTo>
                          <a:pt x="6948" y="19698"/>
                          <a:pt x="7012" y="20020"/>
                          <a:pt x="7014" y="20250"/>
                        </a:cubicBezTo>
                        <a:cubicBezTo>
                          <a:pt x="7018" y="21180"/>
                          <a:pt x="6982" y="21600"/>
                          <a:pt x="10790" y="21600"/>
                        </a:cubicBezTo>
                        <a:cubicBezTo>
                          <a:pt x="14598" y="21600"/>
                          <a:pt x="14562" y="21180"/>
                          <a:pt x="14567" y="20250"/>
                        </a:cubicBezTo>
                        <a:cubicBezTo>
                          <a:pt x="14568" y="20020"/>
                          <a:pt x="14632" y="19698"/>
                          <a:pt x="14792" y="19364"/>
                        </a:cubicBezTo>
                        <a:cubicBezTo>
                          <a:pt x="15157" y="18601"/>
                          <a:pt x="15744" y="17914"/>
                          <a:pt x="16482" y="17340"/>
                        </a:cubicBezTo>
                        <a:cubicBezTo>
                          <a:pt x="20233" y="14416"/>
                          <a:pt x="21228" y="11194"/>
                          <a:pt x="21489" y="9551"/>
                        </a:cubicBezTo>
                        <a:cubicBezTo>
                          <a:pt x="21493" y="9527"/>
                          <a:pt x="21497" y="9504"/>
                          <a:pt x="21500" y="9480"/>
                        </a:cubicBezTo>
                        <a:cubicBezTo>
                          <a:pt x="21503" y="9461"/>
                          <a:pt x="21506" y="9441"/>
                          <a:pt x="21509" y="9422"/>
                        </a:cubicBezTo>
                        <a:cubicBezTo>
                          <a:pt x="21517" y="9369"/>
                          <a:pt x="21523" y="9316"/>
                          <a:pt x="21530" y="9263"/>
                        </a:cubicBezTo>
                        <a:cubicBezTo>
                          <a:pt x="21536" y="9215"/>
                          <a:pt x="21541" y="9169"/>
                          <a:pt x="21546" y="9125"/>
                        </a:cubicBezTo>
                        <a:cubicBezTo>
                          <a:pt x="21547" y="9117"/>
                          <a:pt x="21547" y="9108"/>
                          <a:pt x="21549" y="9099"/>
                        </a:cubicBezTo>
                        <a:cubicBezTo>
                          <a:pt x="21590" y="8690"/>
                          <a:pt x="21579" y="8455"/>
                          <a:pt x="21579" y="8455"/>
                        </a:cubicBezTo>
                        <a:cubicBezTo>
                          <a:pt x="21579" y="3785"/>
                          <a:pt x="16749" y="0"/>
                          <a:pt x="10790" y="0"/>
                        </a:cubicBezTo>
                        <a:close/>
                      </a:path>
                    </a:pathLst>
                  </a:custGeom>
                  <a:solidFill>
                    <a:srgbClr val="FEFEFE"/>
                  </a:solidFill>
                  <a:ln w="12700" cap="flat">
                    <a:noFill/>
                    <a:miter lim="400000"/>
                  </a:ln>
                  <a:effectLst/>
                </p:spPr>
                <p:txBody>
                  <a:bodyPr wrap="square" lIns="45719" tIns="45719" rIns="45719" bIns="45719" numCol="1" anchor="ctr">
                    <a:noAutofit/>
                  </a:bodyPr>
                  <a:lstStyle/>
                  <a:p>
                    <a:pPr/>
                  </a:p>
                </p:txBody>
              </p:sp>
              <p:sp>
                <p:nvSpPr>
                  <p:cNvPr id="513" name="Google Shape;5814;p140"/>
                  <p:cNvSpPr/>
                  <p:nvPr/>
                </p:nvSpPr>
                <p:spPr>
                  <a:xfrm>
                    <a:off x="638492" y="1452868"/>
                    <a:ext cx="396268" cy="645035"/>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0"/>
                        </a:moveTo>
                        <a:lnTo>
                          <a:pt x="6207" y="21600"/>
                        </a:lnTo>
                        <a:lnTo>
                          <a:pt x="15392" y="21600"/>
                        </a:lnTo>
                        <a:lnTo>
                          <a:pt x="21600" y="0"/>
                        </a:lnTo>
                        <a:close/>
                      </a:path>
                    </a:pathLst>
                  </a:custGeom>
                  <a:solidFill>
                    <a:srgbClr val="EDF1F3"/>
                  </a:solidFill>
                  <a:ln w="12700" cap="flat">
                    <a:noFill/>
                    <a:miter lim="400000"/>
                  </a:ln>
                  <a:effectLst/>
                </p:spPr>
                <p:txBody>
                  <a:bodyPr wrap="square" lIns="45719" tIns="45719" rIns="45719" bIns="45719" numCol="1" anchor="ctr">
                    <a:noAutofit/>
                  </a:bodyPr>
                  <a:lstStyle/>
                  <a:p>
                    <a:pPr/>
                  </a:p>
                </p:txBody>
              </p:sp>
              <p:sp>
                <p:nvSpPr>
                  <p:cNvPr id="514" name="Google Shape;5815;p140"/>
                  <p:cNvSpPr/>
                  <p:nvPr/>
                </p:nvSpPr>
                <p:spPr>
                  <a:xfrm>
                    <a:off x="638492" y="1452868"/>
                    <a:ext cx="396268" cy="553025"/>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0"/>
                        </a:moveTo>
                        <a:lnTo>
                          <a:pt x="5321" y="21600"/>
                        </a:lnTo>
                        <a:lnTo>
                          <a:pt x="16278" y="21600"/>
                        </a:lnTo>
                        <a:lnTo>
                          <a:pt x="21600" y="0"/>
                        </a:lnTo>
                        <a:close/>
                      </a:path>
                    </a:pathLst>
                  </a:custGeom>
                  <a:solidFill>
                    <a:srgbClr val="E3E9ED"/>
                  </a:solidFill>
                  <a:ln w="12700" cap="flat">
                    <a:noFill/>
                    <a:miter lim="400000"/>
                  </a:ln>
                  <a:effectLst/>
                </p:spPr>
                <p:txBody>
                  <a:bodyPr wrap="square" lIns="45719" tIns="45719" rIns="45719" bIns="45719" numCol="1" anchor="ctr">
                    <a:noAutofit/>
                  </a:bodyPr>
                  <a:lstStyle/>
                  <a:p>
                    <a:pPr/>
                  </a:p>
                </p:txBody>
              </p:sp>
              <p:sp>
                <p:nvSpPr>
                  <p:cNvPr id="515" name="Google Shape;5816;p140"/>
                  <p:cNvSpPr/>
                  <p:nvPr/>
                </p:nvSpPr>
                <p:spPr>
                  <a:xfrm>
                    <a:off x="748076" y="2073601"/>
                    <a:ext cx="177082" cy="24306"/>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0"/>
                        </a:moveTo>
                        <a:lnTo>
                          <a:pt x="522" y="21600"/>
                        </a:lnTo>
                        <a:lnTo>
                          <a:pt x="21078" y="21600"/>
                        </a:lnTo>
                        <a:lnTo>
                          <a:pt x="21600" y="0"/>
                        </a:lnTo>
                        <a:close/>
                      </a:path>
                    </a:pathLst>
                  </a:custGeom>
                  <a:solidFill>
                    <a:srgbClr val="E3E9ED"/>
                  </a:solidFill>
                  <a:ln w="12700" cap="flat">
                    <a:noFill/>
                    <a:miter lim="400000"/>
                  </a:ln>
                  <a:effectLst/>
                </p:spPr>
                <p:txBody>
                  <a:bodyPr wrap="square" lIns="45719" tIns="45719" rIns="45719" bIns="45719" numCol="1" anchor="ctr">
                    <a:noAutofit/>
                  </a:bodyPr>
                  <a:lstStyle/>
                  <a:p>
                    <a:pPr/>
                  </a:p>
                </p:txBody>
              </p:sp>
              <p:sp>
                <p:nvSpPr>
                  <p:cNvPr id="516" name="Google Shape;5817;p140"/>
                  <p:cNvSpPr/>
                  <p:nvPr/>
                </p:nvSpPr>
                <p:spPr>
                  <a:xfrm>
                    <a:off x="576248" y="2297553"/>
                    <a:ext cx="520756" cy="98820"/>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88" y="0"/>
                        </a:moveTo>
                        <a:cubicBezTo>
                          <a:pt x="40" y="0"/>
                          <a:pt x="0" y="213"/>
                          <a:pt x="0" y="476"/>
                        </a:cubicBezTo>
                        <a:lnTo>
                          <a:pt x="0" y="21124"/>
                        </a:lnTo>
                        <a:cubicBezTo>
                          <a:pt x="0" y="21393"/>
                          <a:pt x="40" y="21600"/>
                          <a:pt x="88" y="21600"/>
                        </a:cubicBezTo>
                        <a:lnTo>
                          <a:pt x="21511" y="21600"/>
                        </a:lnTo>
                        <a:cubicBezTo>
                          <a:pt x="21560" y="21600"/>
                          <a:pt x="21600" y="21393"/>
                          <a:pt x="21600" y="21124"/>
                        </a:cubicBezTo>
                        <a:lnTo>
                          <a:pt x="21600" y="476"/>
                        </a:lnTo>
                        <a:cubicBezTo>
                          <a:pt x="21600" y="213"/>
                          <a:pt x="21560" y="0"/>
                          <a:pt x="21511" y="0"/>
                        </a:cubicBezTo>
                        <a:close/>
                      </a:path>
                    </a:pathLst>
                  </a:custGeom>
                  <a:solidFill>
                    <a:srgbClr val="E3E7EA"/>
                  </a:solidFill>
                  <a:ln w="12700" cap="flat">
                    <a:noFill/>
                    <a:miter lim="400000"/>
                  </a:ln>
                  <a:effectLst/>
                </p:spPr>
                <p:txBody>
                  <a:bodyPr wrap="square" lIns="45719" tIns="45719" rIns="45719" bIns="45719" numCol="1" anchor="ctr">
                    <a:noAutofit/>
                  </a:bodyPr>
                  <a:lstStyle/>
                  <a:p>
                    <a:pPr/>
                  </a:p>
                </p:txBody>
              </p:sp>
              <p:sp>
                <p:nvSpPr>
                  <p:cNvPr id="517" name="Google Shape;5818;p140"/>
                  <p:cNvSpPr/>
                  <p:nvPr/>
                </p:nvSpPr>
                <p:spPr>
                  <a:xfrm>
                    <a:off x="576248" y="2309892"/>
                    <a:ext cx="520756" cy="46179"/>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21299" y="0"/>
                        </a:moveTo>
                        <a:lnTo>
                          <a:pt x="301" y="11"/>
                        </a:lnTo>
                        <a:cubicBezTo>
                          <a:pt x="108" y="2663"/>
                          <a:pt x="2" y="6009"/>
                          <a:pt x="0" y="9452"/>
                        </a:cubicBezTo>
                        <a:lnTo>
                          <a:pt x="0" y="20344"/>
                        </a:lnTo>
                        <a:cubicBezTo>
                          <a:pt x="0" y="20723"/>
                          <a:pt x="7" y="21080"/>
                          <a:pt x="10" y="21459"/>
                        </a:cubicBezTo>
                        <a:cubicBezTo>
                          <a:pt x="45" y="21535"/>
                          <a:pt x="84" y="21578"/>
                          <a:pt x="121" y="21600"/>
                        </a:cubicBezTo>
                        <a:lnTo>
                          <a:pt x="21479" y="21600"/>
                        </a:lnTo>
                        <a:cubicBezTo>
                          <a:pt x="21516" y="21578"/>
                          <a:pt x="21553" y="21535"/>
                          <a:pt x="21589" y="21459"/>
                        </a:cubicBezTo>
                        <a:cubicBezTo>
                          <a:pt x="21593" y="21080"/>
                          <a:pt x="21600" y="20723"/>
                          <a:pt x="21600" y="20344"/>
                        </a:cubicBezTo>
                        <a:lnTo>
                          <a:pt x="21600" y="9430"/>
                        </a:lnTo>
                        <a:cubicBezTo>
                          <a:pt x="21598" y="5987"/>
                          <a:pt x="21492" y="2663"/>
                          <a:pt x="21299" y="0"/>
                        </a:cubicBezTo>
                        <a:close/>
                      </a:path>
                    </a:pathLst>
                  </a:custGeom>
                  <a:solidFill>
                    <a:srgbClr val="D6DBE0"/>
                  </a:solidFill>
                  <a:ln w="12700" cap="flat">
                    <a:noFill/>
                    <a:miter lim="400000"/>
                  </a:ln>
                  <a:effectLst/>
                </p:spPr>
                <p:txBody>
                  <a:bodyPr wrap="square" lIns="45719" tIns="45719" rIns="45719" bIns="45719" numCol="1" anchor="ctr">
                    <a:noAutofit/>
                  </a:bodyPr>
                  <a:lstStyle/>
                  <a:p>
                    <a:pPr/>
                  </a:p>
                </p:txBody>
              </p:sp>
              <p:sp>
                <p:nvSpPr>
                  <p:cNvPr id="518" name="Google Shape;5819;p140"/>
                  <p:cNvSpPr/>
                  <p:nvPr/>
                </p:nvSpPr>
                <p:spPr>
                  <a:xfrm>
                    <a:off x="556063" y="2373294"/>
                    <a:ext cx="561103" cy="46179"/>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41" y="0"/>
                        </a:moveTo>
                        <a:cubicBezTo>
                          <a:pt x="17" y="0"/>
                          <a:pt x="0" y="227"/>
                          <a:pt x="0" y="487"/>
                        </a:cubicBezTo>
                        <a:lnTo>
                          <a:pt x="0" y="21113"/>
                        </a:lnTo>
                        <a:cubicBezTo>
                          <a:pt x="0" y="21373"/>
                          <a:pt x="17" y="21600"/>
                          <a:pt x="41" y="21600"/>
                        </a:cubicBezTo>
                        <a:lnTo>
                          <a:pt x="21560" y="21600"/>
                        </a:lnTo>
                        <a:cubicBezTo>
                          <a:pt x="21581" y="21600"/>
                          <a:pt x="21600" y="21373"/>
                          <a:pt x="21600" y="21113"/>
                        </a:cubicBezTo>
                        <a:lnTo>
                          <a:pt x="21600" y="487"/>
                        </a:lnTo>
                        <a:cubicBezTo>
                          <a:pt x="21600" y="227"/>
                          <a:pt x="21581" y="0"/>
                          <a:pt x="21560" y="0"/>
                        </a:cubicBezTo>
                        <a:close/>
                      </a:path>
                    </a:pathLst>
                  </a:custGeom>
                  <a:solidFill>
                    <a:srgbClr val="EEF0F2"/>
                  </a:solidFill>
                  <a:ln w="12700" cap="flat">
                    <a:noFill/>
                    <a:miter lim="400000"/>
                  </a:ln>
                  <a:effectLst/>
                </p:spPr>
                <p:txBody>
                  <a:bodyPr wrap="square" lIns="45719" tIns="45719" rIns="45719" bIns="45719" numCol="1" anchor="ctr">
                    <a:noAutofit/>
                  </a:bodyPr>
                  <a:lstStyle/>
                  <a:p>
                    <a:pPr/>
                  </a:p>
                </p:txBody>
              </p:sp>
              <p:sp>
                <p:nvSpPr>
                  <p:cNvPr id="519" name="Google Shape;5820;p140"/>
                  <p:cNvSpPr/>
                  <p:nvPr/>
                </p:nvSpPr>
                <p:spPr>
                  <a:xfrm>
                    <a:off x="576248" y="2212789"/>
                    <a:ext cx="520756" cy="98843"/>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88" y="0"/>
                        </a:moveTo>
                        <a:cubicBezTo>
                          <a:pt x="40" y="0"/>
                          <a:pt x="0" y="212"/>
                          <a:pt x="0" y="476"/>
                        </a:cubicBezTo>
                        <a:lnTo>
                          <a:pt x="0" y="21119"/>
                        </a:lnTo>
                        <a:cubicBezTo>
                          <a:pt x="0" y="21388"/>
                          <a:pt x="40" y="21600"/>
                          <a:pt x="88" y="21600"/>
                        </a:cubicBezTo>
                        <a:lnTo>
                          <a:pt x="21511" y="21600"/>
                        </a:lnTo>
                        <a:cubicBezTo>
                          <a:pt x="21560" y="21600"/>
                          <a:pt x="21600" y="21388"/>
                          <a:pt x="21600" y="21119"/>
                        </a:cubicBezTo>
                        <a:lnTo>
                          <a:pt x="21600" y="476"/>
                        </a:lnTo>
                        <a:cubicBezTo>
                          <a:pt x="21600" y="212"/>
                          <a:pt x="21560" y="0"/>
                          <a:pt x="21511" y="0"/>
                        </a:cubicBezTo>
                        <a:close/>
                      </a:path>
                    </a:pathLst>
                  </a:custGeom>
                  <a:solidFill>
                    <a:srgbClr val="E3E7EA"/>
                  </a:solidFill>
                  <a:ln w="12700" cap="flat">
                    <a:noFill/>
                    <a:miter lim="400000"/>
                  </a:ln>
                  <a:effectLst/>
                </p:spPr>
                <p:txBody>
                  <a:bodyPr wrap="square" lIns="45719" tIns="45719" rIns="45719" bIns="45719" numCol="1" anchor="ctr">
                    <a:noAutofit/>
                  </a:bodyPr>
                  <a:lstStyle/>
                  <a:p>
                    <a:pPr/>
                  </a:p>
                </p:txBody>
              </p:sp>
              <p:sp>
                <p:nvSpPr>
                  <p:cNvPr id="520" name="Google Shape;5821;p140"/>
                  <p:cNvSpPr/>
                  <p:nvPr/>
                </p:nvSpPr>
                <p:spPr>
                  <a:xfrm>
                    <a:off x="576248" y="2218090"/>
                    <a:ext cx="520756" cy="46179"/>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615" y="0"/>
                        </a:moveTo>
                        <a:cubicBezTo>
                          <a:pt x="231" y="2793"/>
                          <a:pt x="0" y="7579"/>
                          <a:pt x="0" y="12733"/>
                        </a:cubicBezTo>
                        <a:lnTo>
                          <a:pt x="0" y="21470"/>
                        </a:lnTo>
                        <a:cubicBezTo>
                          <a:pt x="38" y="21546"/>
                          <a:pt x="79" y="21578"/>
                          <a:pt x="121" y="21600"/>
                        </a:cubicBezTo>
                        <a:lnTo>
                          <a:pt x="21479" y="21600"/>
                        </a:lnTo>
                        <a:cubicBezTo>
                          <a:pt x="21519" y="21578"/>
                          <a:pt x="21560" y="21546"/>
                          <a:pt x="21600" y="21470"/>
                        </a:cubicBezTo>
                        <a:lnTo>
                          <a:pt x="21600" y="12733"/>
                        </a:lnTo>
                        <a:cubicBezTo>
                          <a:pt x="21598" y="7579"/>
                          <a:pt x="21367" y="2793"/>
                          <a:pt x="20984" y="0"/>
                        </a:cubicBezTo>
                        <a:close/>
                      </a:path>
                    </a:pathLst>
                  </a:custGeom>
                  <a:solidFill>
                    <a:srgbClr val="D6DBE0"/>
                  </a:solidFill>
                  <a:ln w="12700" cap="flat">
                    <a:noFill/>
                    <a:miter lim="400000"/>
                  </a:ln>
                  <a:effectLst/>
                </p:spPr>
                <p:txBody>
                  <a:bodyPr wrap="square" lIns="45719" tIns="45719" rIns="45719" bIns="45719" numCol="1" anchor="ctr">
                    <a:noAutofit/>
                  </a:bodyPr>
                  <a:lstStyle/>
                  <a:p>
                    <a:pPr/>
                  </a:p>
                </p:txBody>
              </p:sp>
              <p:sp>
                <p:nvSpPr>
                  <p:cNvPr id="521" name="Google Shape;5822;p140"/>
                  <p:cNvSpPr/>
                  <p:nvPr/>
                </p:nvSpPr>
                <p:spPr>
                  <a:xfrm>
                    <a:off x="556063" y="2281491"/>
                    <a:ext cx="561103" cy="46180"/>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889" y="0"/>
                        </a:moveTo>
                        <a:cubicBezTo>
                          <a:pt x="398" y="22"/>
                          <a:pt x="2" y="4840"/>
                          <a:pt x="0" y="10805"/>
                        </a:cubicBezTo>
                        <a:cubicBezTo>
                          <a:pt x="2" y="16760"/>
                          <a:pt x="398" y="21578"/>
                          <a:pt x="889" y="21600"/>
                        </a:cubicBezTo>
                        <a:lnTo>
                          <a:pt x="20712" y="21600"/>
                        </a:lnTo>
                        <a:cubicBezTo>
                          <a:pt x="21202" y="21578"/>
                          <a:pt x="21599" y="16760"/>
                          <a:pt x="21600" y="10805"/>
                        </a:cubicBezTo>
                        <a:cubicBezTo>
                          <a:pt x="21599" y="4840"/>
                          <a:pt x="21202" y="22"/>
                          <a:pt x="20712" y="0"/>
                        </a:cubicBezTo>
                        <a:close/>
                      </a:path>
                    </a:pathLst>
                  </a:custGeom>
                  <a:solidFill>
                    <a:srgbClr val="EEF0F2"/>
                  </a:solidFill>
                  <a:ln w="12700" cap="flat">
                    <a:noFill/>
                    <a:miter lim="400000"/>
                  </a:ln>
                  <a:effectLst/>
                </p:spPr>
                <p:txBody>
                  <a:bodyPr wrap="square" lIns="45719" tIns="45719" rIns="45719" bIns="45719" numCol="1" anchor="ctr">
                    <a:noAutofit/>
                  </a:bodyPr>
                  <a:lstStyle/>
                  <a:p>
                    <a:pPr/>
                  </a:p>
                </p:txBody>
              </p:sp>
              <p:sp>
                <p:nvSpPr>
                  <p:cNvPr id="522" name="Google Shape;5823;p140"/>
                  <p:cNvSpPr/>
                  <p:nvPr/>
                </p:nvSpPr>
                <p:spPr>
                  <a:xfrm>
                    <a:off x="576248" y="2113945"/>
                    <a:ext cx="520756" cy="98842"/>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88" y="0"/>
                        </a:moveTo>
                        <a:cubicBezTo>
                          <a:pt x="40" y="0"/>
                          <a:pt x="0" y="212"/>
                          <a:pt x="0" y="476"/>
                        </a:cubicBezTo>
                        <a:lnTo>
                          <a:pt x="0" y="21124"/>
                        </a:lnTo>
                        <a:cubicBezTo>
                          <a:pt x="0" y="21388"/>
                          <a:pt x="40" y="21600"/>
                          <a:pt x="88" y="21600"/>
                        </a:cubicBezTo>
                        <a:lnTo>
                          <a:pt x="21511" y="21600"/>
                        </a:lnTo>
                        <a:cubicBezTo>
                          <a:pt x="21560" y="21600"/>
                          <a:pt x="21600" y="21388"/>
                          <a:pt x="21600" y="21124"/>
                        </a:cubicBezTo>
                        <a:lnTo>
                          <a:pt x="21600" y="476"/>
                        </a:lnTo>
                        <a:cubicBezTo>
                          <a:pt x="21600" y="212"/>
                          <a:pt x="21560" y="0"/>
                          <a:pt x="21511" y="0"/>
                        </a:cubicBezTo>
                        <a:close/>
                      </a:path>
                    </a:pathLst>
                  </a:custGeom>
                  <a:solidFill>
                    <a:srgbClr val="E3E7EA"/>
                  </a:solidFill>
                  <a:ln w="12700" cap="flat">
                    <a:noFill/>
                    <a:miter lim="400000"/>
                  </a:ln>
                  <a:effectLst/>
                </p:spPr>
                <p:txBody>
                  <a:bodyPr wrap="square" lIns="45719" tIns="45719" rIns="45719" bIns="45719" numCol="1" anchor="ctr">
                    <a:noAutofit/>
                  </a:bodyPr>
                  <a:lstStyle/>
                  <a:p>
                    <a:pPr/>
                  </a:p>
                </p:txBody>
              </p:sp>
              <p:sp>
                <p:nvSpPr>
                  <p:cNvPr id="523" name="Google Shape;5824;p140"/>
                  <p:cNvSpPr/>
                  <p:nvPr/>
                </p:nvSpPr>
                <p:spPr>
                  <a:xfrm>
                    <a:off x="576248" y="2126283"/>
                    <a:ext cx="520756" cy="46180"/>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301" y="0"/>
                        </a:moveTo>
                        <a:cubicBezTo>
                          <a:pt x="108" y="2663"/>
                          <a:pt x="2" y="5998"/>
                          <a:pt x="0" y="9441"/>
                        </a:cubicBezTo>
                        <a:lnTo>
                          <a:pt x="0" y="21448"/>
                        </a:lnTo>
                        <a:cubicBezTo>
                          <a:pt x="38" y="21524"/>
                          <a:pt x="79" y="21578"/>
                          <a:pt x="121" y="21600"/>
                        </a:cubicBezTo>
                        <a:lnTo>
                          <a:pt x="21479" y="21600"/>
                        </a:lnTo>
                        <a:cubicBezTo>
                          <a:pt x="21519" y="21578"/>
                          <a:pt x="21560" y="21524"/>
                          <a:pt x="21600" y="21448"/>
                        </a:cubicBezTo>
                        <a:lnTo>
                          <a:pt x="21600" y="9441"/>
                        </a:lnTo>
                        <a:cubicBezTo>
                          <a:pt x="21598" y="5998"/>
                          <a:pt x="21492" y="2663"/>
                          <a:pt x="21299" y="0"/>
                        </a:cubicBezTo>
                        <a:close/>
                      </a:path>
                    </a:pathLst>
                  </a:custGeom>
                  <a:solidFill>
                    <a:srgbClr val="D6DBE0"/>
                  </a:solidFill>
                  <a:ln w="12700" cap="flat">
                    <a:noFill/>
                    <a:miter lim="400000"/>
                  </a:ln>
                  <a:effectLst/>
                </p:spPr>
                <p:txBody>
                  <a:bodyPr wrap="square" lIns="45719" tIns="45719" rIns="45719" bIns="45719" numCol="1" anchor="ctr">
                    <a:noAutofit/>
                  </a:bodyPr>
                  <a:lstStyle/>
                  <a:p>
                    <a:pPr/>
                  </a:p>
                </p:txBody>
              </p:sp>
              <p:sp>
                <p:nvSpPr>
                  <p:cNvPr id="524" name="Google Shape;5825;p140"/>
                  <p:cNvSpPr/>
                  <p:nvPr/>
                </p:nvSpPr>
                <p:spPr>
                  <a:xfrm>
                    <a:off x="556063" y="2097906"/>
                    <a:ext cx="561103" cy="46136"/>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889" y="0"/>
                        </a:moveTo>
                        <a:cubicBezTo>
                          <a:pt x="398" y="11"/>
                          <a:pt x="2" y="4845"/>
                          <a:pt x="0" y="10784"/>
                        </a:cubicBezTo>
                        <a:cubicBezTo>
                          <a:pt x="2" y="16755"/>
                          <a:pt x="398" y="21578"/>
                          <a:pt x="889" y="21600"/>
                        </a:cubicBezTo>
                        <a:lnTo>
                          <a:pt x="20712" y="21600"/>
                        </a:lnTo>
                        <a:cubicBezTo>
                          <a:pt x="21202" y="21578"/>
                          <a:pt x="21599" y="16755"/>
                          <a:pt x="21600" y="10784"/>
                        </a:cubicBezTo>
                        <a:cubicBezTo>
                          <a:pt x="21599" y="4845"/>
                          <a:pt x="21202" y="11"/>
                          <a:pt x="20712" y="0"/>
                        </a:cubicBezTo>
                        <a:close/>
                      </a:path>
                    </a:pathLst>
                  </a:custGeom>
                  <a:solidFill>
                    <a:srgbClr val="EEF0F2"/>
                  </a:solidFill>
                  <a:ln w="12700" cap="flat">
                    <a:noFill/>
                    <a:miter lim="400000"/>
                  </a:ln>
                  <a:effectLst/>
                </p:spPr>
                <p:txBody>
                  <a:bodyPr wrap="square" lIns="45719" tIns="45719" rIns="45719" bIns="45719" numCol="1" anchor="ctr">
                    <a:noAutofit/>
                  </a:bodyPr>
                  <a:lstStyle/>
                  <a:p>
                    <a:pPr/>
                  </a:p>
                </p:txBody>
              </p:sp>
              <p:sp>
                <p:nvSpPr>
                  <p:cNvPr id="525" name="Google Shape;5826;p140"/>
                  <p:cNvSpPr/>
                  <p:nvPr/>
                </p:nvSpPr>
                <p:spPr>
                  <a:xfrm>
                    <a:off x="112456" y="112451"/>
                    <a:ext cx="1448335" cy="1872982"/>
                  </a:xfrm>
                  <a:custGeom>
                    <a:avLst/>
                    <a:gdLst/>
                    <a:ahLst/>
                    <a:cxnLst>
                      <a:cxn ang="0">
                        <a:pos x="wd2" y="hd2"/>
                      </a:cxn>
                      <a:cxn ang="5400000">
                        <a:pos x="wd2" y="hd2"/>
                      </a:cxn>
                      <a:cxn ang="10800000">
                        <a:pos x="wd2" y="hd2"/>
                      </a:cxn>
                      <a:cxn ang="16200000">
                        <a:pos x="wd2" y="hd2"/>
                      </a:cxn>
                    </a:cxnLst>
                    <a:rect l="0" t="0" r="r" b="b"/>
                    <a:pathLst>
                      <a:path w="21592" h="21600" fill="norm" stroke="1" extrusionOk="0">
                        <a:moveTo>
                          <a:pt x="10796" y="0"/>
                        </a:moveTo>
                        <a:cubicBezTo>
                          <a:pt x="4844" y="0"/>
                          <a:pt x="1" y="3746"/>
                          <a:pt x="1" y="8350"/>
                        </a:cubicBezTo>
                        <a:lnTo>
                          <a:pt x="1" y="8379"/>
                        </a:lnTo>
                        <a:lnTo>
                          <a:pt x="0" y="8394"/>
                        </a:lnTo>
                        <a:cubicBezTo>
                          <a:pt x="-1" y="8422"/>
                          <a:pt x="-4" y="8633"/>
                          <a:pt x="32" y="8982"/>
                        </a:cubicBezTo>
                        <a:lnTo>
                          <a:pt x="32" y="8987"/>
                        </a:lnTo>
                        <a:lnTo>
                          <a:pt x="32" y="8992"/>
                        </a:lnTo>
                        <a:lnTo>
                          <a:pt x="34" y="9008"/>
                        </a:lnTo>
                        <a:cubicBezTo>
                          <a:pt x="39" y="9053"/>
                          <a:pt x="44" y="9098"/>
                          <a:pt x="49" y="9147"/>
                        </a:cubicBezTo>
                        <a:cubicBezTo>
                          <a:pt x="56" y="9202"/>
                          <a:pt x="64" y="9254"/>
                          <a:pt x="71" y="9306"/>
                        </a:cubicBezTo>
                        <a:lnTo>
                          <a:pt x="80" y="9368"/>
                        </a:lnTo>
                        <a:lnTo>
                          <a:pt x="84" y="9394"/>
                        </a:lnTo>
                        <a:cubicBezTo>
                          <a:pt x="87" y="9408"/>
                          <a:pt x="89" y="9421"/>
                          <a:pt x="91" y="9434"/>
                        </a:cubicBezTo>
                        <a:lnTo>
                          <a:pt x="92" y="9437"/>
                        </a:lnTo>
                        <a:lnTo>
                          <a:pt x="92" y="9440"/>
                        </a:lnTo>
                        <a:cubicBezTo>
                          <a:pt x="369" y="11164"/>
                          <a:pt x="1428" y="14512"/>
                          <a:pt x="5399" y="17567"/>
                        </a:cubicBezTo>
                        <a:cubicBezTo>
                          <a:pt x="6453" y="18378"/>
                          <a:pt x="7240" y="19311"/>
                          <a:pt x="7740" y="20341"/>
                        </a:cubicBezTo>
                        <a:cubicBezTo>
                          <a:pt x="7832" y="20531"/>
                          <a:pt x="7908" y="20725"/>
                          <a:pt x="7967" y="20923"/>
                        </a:cubicBezTo>
                        <a:cubicBezTo>
                          <a:pt x="8085" y="21317"/>
                          <a:pt x="8531" y="21600"/>
                          <a:pt x="9054" y="21600"/>
                        </a:cubicBezTo>
                        <a:lnTo>
                          <a:pt x="12536" y="21600"/>
                        </a:lnTo>
                        <a:cubicBezTo>
                          <a:pt x="13059" y="21600"/>
                          <a:pt x="13506" y="21317"/>
                          <a:pt x="13624" y="20923"/>
                        </a:cubicBezTo>
                        <a:cubicBezTo>
                          <a:pt x="13683" y="20725"/>
                          <a:pt x="13759" y="20531"/>
                          <a:pt x="13851" y="20341"/>
                        </a:cubicBezTo>
                        <a:cubicBezTo>
                          <a:pt x="14350" y="19311"/>
                          <a:pt x="15138" y="18378"/>
                          <a:pt x="16192" y="17567"/>
                        </a:cubicBezTo>
                        <a:cubicBezTo>
                          <a:pt x="20164" y="14512"/>
                          <a:pt x="21222" y="11164"/>
                          <a:pt x="21499" y="9440"/>
                        </a:cubicBezTo>
                        <a:lnTo>
                          <a:pt x="21500" y="9437"/>
                        </a:lnTo>
                        <a:lnTo>
                          <a:pt x="21500" y="9434"/>
                        </a:lnTo>
                        <a:cubicBezTo>
                          <a:pt x="21502" y="9421"/>
                          <a:pt x="21504" y="9407"/>
                          <a:pt x="21507" y="9394"/>
                        </a:cubicBezTo>
                        <a:lnTo>
                          <a:pt x="21511" y="9368"/>
                        </a:lnTo>
                        <a:lnTo>
                          <a:pt x="21519" y="9309"/>
                        </a:lnTo>
                        <a:cubicBezTo>
                          <a:pt x="21527" y="9254"/>
                          <a:pt x="21535" y="9202"/>
                          <a:pt x="21541" y="9149"/>
                        </a:cubicBezTo>
                        <a:cubicBezTo>
                          <a:pt x="21548" y="9098"/>
                          <a:pt x="21553" y="9053"/>
                          <a:pt x="21557" y="9008"/>
                        </a:cubicBezTo>
                        <a:lnTo>
                          <a:pt x="21559" y="8991"/>
                        </a:lnTo>
                        <a:lnTo>
                          <a:pt x="21560" y="8986"/>
                        </a:lnTo>
                        <a:cubicBezTo>
                          <a:pt x="21596" y="8633"/>
                          <a:pt x="21592" y="8420"/>
                          <a:pt x="21592" y="8394"/>
                        </a:cubicBezTo>
                        <a:lnTo>
                          <a:pt x="21590" y="8368"/>
                        </a:lnTo>
                        <a:lnTo>
                          <a:pt x="21590" y="8350"/>
                        </a:lnTo>
                        <a:cubicBezTo>
                          <a:pt x="21590" y="3746"/>
                          <a:pt x="16748" y="0"/>
                          <a:pt x="10796" y="0"/>
                        </a:cubicBezTo>
                        <a:close/>
                      </a:path>
                    </a:pathLst>
                  </a:custGeom>
                  <a:solidFill>
                    <a:srgbClr val="F3F5F7"/>
                  </a:solidFill>
                  <a:ln w="12700" cap="flat">
                    <a:noFill/>
                    <a:miter lim="400000"/>
                  </a:ln>
                  <a:effectLst/>
                </p:spPr>
                <p:txBody>
                  <a:bodyPr wrap="square" lIns="45719" tIns="45719" rIns="45719" bIns="45719" numCol="1" anchor="ctr">
                    <a:noAutofit/>
                  </a:bodyPr>
                  <a:lstStyle/>
                  <a:p>
                    <a:pPr/>
                  </a:p>
                </p:txBody>
              </p:sp>
              <p:sp>
                <p:nvSpPr>
                  <p:cNvPr id="526" name="Google Shape;5827;p140"/>
                  <p:cNvSpPr/>
                  <p:nvPr/>
                </p:nvSpPr>
                <p:spPr>
                  <a:xfrm>
                    <a:off x="556063" y="2189685"/>
                    <a:ext cx="561103" cy="46179"/>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889" y="0"/>
                        </a:moveTo>
                        <a:cubicBezTo>
                          <a:pt x="398" y="22"/>
                          <a:pt x="2" y="4851"/>
                          <a:pt x="0" y="10805"/>
                        </a:cubicBezTo>
                        <a:cubicBezTo>
                          <a:pt x="2" y="16760"/>
                          <a:pt x="398" y="21589"/>
                          <a:pt x="889" y="21600"/>
                        </a:cubicBezTo>
                        <a:lnTo>
                          <a:pt x="20712" y="21600"/>
                        </a:lnTo>
                        <a:cubicBezTo>
                          <a:pt x="21202" y="21589"/>
                          <a:pt x="21599" y="16760"/>
                          <a:pt x="21600" y="10805"/>
                        </a:cubicBezTo>
                        <a:cubicBezTo>
                          <a:pt x="21599" y="4851"/>
                          <a:pt x="21202" y="22"/>
                          <a:pt x="20712" y="0"/>
                        </a:cubicBezTo>
                        <a:close/>
                      </a:path>
                    </a:pathLst>
                  </a:custGeom>
                  <a:solidFill>
                    <a:srgbClr val="EEF0F2"/>
                  </a:solidFill>
                  <a:ln w="12700" cap="flat">
                    <a:noFill/>
                    <a:miter lim="400000"/>
                  </a:ln>
                  <a:effectLst/>
                </p:spPr>
                <p:txBody>
                  <a:bodyPr wrap="square" lIns="45719" tIns="45719" rIns="45719" bIns="45719" numCol="1" anchor="ctr">
                    <a:noAutofit/>
                  </a:bodyPr>
                  <a:lstStyle/>
                  <a:p>
                    <a:pPr/>
                  </a:p>
                </p:txBody>
              </p:sp>
            </p:grpSp>
            <p:sp>
              <p:nvSpPr>
                <p:cNvPr id="528" name="Google Shape;5828;p140"/>
                <p:cNvSpPr/>
                <p:nvPr/>
              </p:nvSpPr>
              <p:spPr>
                <a:xfrm>
                  <a:off x="882007" y="774085"/>
                  <a:ext cx="678747" cy="446824"/>
                </a:xfrm>
                <a:custGeom>
                  <a:avLst/>
                  <a:gdLst/>
                  <a:ahLst/>
                  <a:cxnLst>
                    <a:cxn ang="0">
                      <a:pos x="wd2" y="hd2"/>
                    </a:cxn>
                    <a:cxn ang="5400000">
                      <a:pos x="wd2" y="hd2"/>
                    </a:cxn>
                    <a:cxn ang="10800000">
                      <a:pos x="wd2" y="hd2"/>
                    </a:cxn>
                    <a:cxn ang="16200000">
                      <a:pos x="wd2" y="hd2"/>
                    </a:cxn>
                  </a:cxnLst>
                  <a:rect l="0" t="0" r="r" b="b"/>
                  <a:pathLst>
                    <a:path w="21591" h="21600" fill="norm" stroke="1" extrusionOk="0">
                      <a:moveTo>
                        <a:pt x="0" y="0"/>
                      </a:moveTo>
                      <a:lnTo>
                        <a:pt x="0" y="21600"/>
                      </a:lnTo>
                      <a:lnTo>
                        <a:pt x="18942" y="21600"/>
                      </a:lnTo>
                      <a:cubicBezTo>
                        <a:pt x="20456" y="15970"/>
                        <a:pt x="21113" y="11012"/>
                        <a:pt x="21393" y="7588"/>
                      </a:cubicBezTo>
                      <a:lnTo>
                        <a:pt x="21394" y="7576"/>
                      </a:lnTo>
                      <a:lnTo>
                        <a:pt x="21395" y="7562"/>
                      </a:lnTo>
                      <a:cubicBezTo>
                        <a:pt x="21400" y="7505"/>
                        <a:pt x="21404" y="7449"/>
                        <a:pt x="21409" y="7394"/>
                      </a:cubicBezTo>
                      <a:lnTo>
                        <a:pt x="21417" y="7282"/>
                      </a:lnTo>
                      <a:lnTo>
                        <a:pt x="21437" y="7036"/>
                      </a:lnTo>
                      <a:cubicBezTo>
                        <a:pt x="21453" y="6808"/>
                        <a:pt x="21469" y="6586"/>
                        <a:pt x="21483" y="6366"/>
                      </a:cubicBezTo>
                      <a:cubicBezTo>
                        <a:pt x="21495" y="6154"/>
                        <a:pt x="21507" y="5963"/>
                        <a:pt x="21516" y="5777"/>
                      </a:cubicBezTo>
                      <a:lnTo>
                        <a:pt x="21520" y="5705"/>
                      </a:lnTo>
                      <a:lnTo>
                        <a:pt x="21521" y="5683"/>
                      </a:lnTo>
                      <a:cubicBezTo>
                        <a:pt x="21600" y="4202"/>
                        <a:pt x="21591" y="3312"/>
                        <a:pt x="21590" y="3200"/>
                      </a:cubicBezTo>
                      <a:lnTo>
                        <a:pt x="21586" y="3091"/>
                      </a:lnTo>
                      <a:lnTo>
                        <a:pt x="21587" y="3019"/>
                      </a:lnTo>
                      <a:cubicBezTo>
                        <a:pt x="21587" y="2002"/>
                        <a:pt x="21557" y="996"/>
                        <a:pt x="21501" y="0"/>
                      </a:cubicBezTo>
                      <a:close/>
                    </a:path>
                  </a:pathLst>
                </a:custGeom>
                <a:solidFill>
                  <a:srgbClr val="4F677B"/>
                </a:solidFill>
                <a:ln w="12700" cap="flat">
                  <a:noFill/>
                  <a:miter lim="400000"/>
                </a:ln>
                <a:effectLst/>
              </p:spPr>
              <p:txBody>
                <a:bodyPr wrap="square" lIns="45719" tIns="45719" rIns="45719" bIns="45719" numCol="1" anchor="ctr">
                  <a:noAutofit/>
                </a:bodyPr>
                <a:lstStyle/>
                <a:p>
                  <a:pPr/>
                </a:p>
              </p:txBody>
            </p:sp>
            <p:sp>
              <p:nvSpPr>
                <p:cNvPr id="529" name="Google Shape;5829;p140"/>
                <p:cNvSpPr/>
                <p:nvPr/>
              </p:nvSpPr>
              <p:spPr>
                <a:xfrm>
                  <a:off x="882007" y="113957"/>
                  <a:ext cx="662306" cy="569343"/>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0"/>
                      </a:moveTo>
                      <a:lnTo>
                        <a:pt x="0" y="21600"/>
                      </a:lnTo>
                      <a:lnTo>
                        <a:pt x="21600" y="21600"/>
                      </a:lnTo>
                      <a:cubicBezTo>
                        <a:pt x="19402" y="9780"/>
                        <a:pt x="10646" y="768"/>
                        <a:pt x="0" y="0"/>
                      </a:cubicBezTo>
                      <a:close/>
                    </a:path>
                  </a:pathLst>
                </a:custGeom>
                <a:solidFill>
                  <a:srgbClr val="B3C3CE"/>
                </a:solidFill>
                <a:ln w="12700" cap="flat">
                  <a:noFill/>
                  <a:miter lim="400000"/>
                </a:ln>
                <a:effectLst/>
              </p:spPr>
              <p:txBody>
                <a:bodyPr wrap="square" lIns="45719" tIns="45719" rIns="45719" bIns="45719" numCol="1" anchor="ctr">
                  <a:noAutofit/>
                </a:bodyPr>
                <a:lstStyle/>
                <a:p>
                  <a:pPr/>
                </a:p>
              </p:txBody>
            </p:sp>
            <p:sp>
              <p:nvSpPr>
                <p:cNvPr id="530" name="Google Shape;5830;p140"/>
                <p:cNvSpPr/>
                <p:nvPr/>
              </p:nvSpPr>
              <p:spPr>
                <a:xfrm>
                  <a:off x="112456" y="774085"/>
                  <a:ext cx="678766" cy="446824"/>
                </a:xfrm>
                <a:custGeom>
                  <a:avLst/>
                  <a:gdLst/>
                  <a:ahLst/>
                  <a:cxnLst>
                    <a:cxn ang="0">
                      <a:pos x="wd2" y="hd2"/>
                    </a:cxn>
                    <a:cxn ang="5400000">
                      <a:pos x="wd2" y="hd2"/>
                    </a:cxn>
                    <a:cxn ang="10800000">
                      <a:pos x="wd2" y="hd2"/>
                    </a:cxn>
                    <a:cxn ang="16200000">
                      <a:pos x="wd2" y="hd2"/>
                    </a:cxn>
                  </a:cxnLst>
                  <a:rect l="0" t="0" r="r" b="b"/>
                  <a:pathLst>
                    <a:path w="21592" h="21600" fill="norm" stroke="1" extrusionOk="0">
                      <a:moveTo>
                        <a:pt x="89" y="0"/>
                      </a:moveTo>
                      <a:cubicBezTo>
                        <a:pt x="34" y="996"/>
                        <a:pt x="3" y="2002"/>
                        <a:pt x="3" y="3019"/>
                      </a:cubicBezTo>
                      <a:lnTo>
                        <a:pt x="3" y="3138"/>
                      </a:lnTo>
                      <a:lnTo>
                        <a:pt x="1" y="3203"/>
                      </a:lnTo>
                      <a:cubicBezTo>
                        <a:pt x="-1" y="3318"/>
                        <a:pt x="-8" y="4205"/>
                        <a:pt x="68" y="5668"/>
                      </a:cubicBezTo>
                      <a:lnTo>
                        <a:pt x="68" y="5691"/>
                      </a:lnTo>
                      <a:lnTo>
                        <a:pt x="69" y="5707"/>
                      </a:lnTo>
                      <a:lnTo>
                        <a:pt x="73" y="5777"/>
                      </a:lnTo>
                      <a:cubicBezTo>
                        <a:pt x="83" y="5963"/>
                        <a:pt x="94" y="6154"/>
                        <a:pt x="106" y="6358"/>
                      </a:cubicBezTo>
                      <a:cubicBezTo>
                        <a:pt x="120" y="6586"/>
                        <a:pt x="137" y="6808"/>
                        <a:pt x="153" y="7026"/>
                      </a:cubicBezTo>
                      <a:lnTo>
                        <a:pt x="172" y="7285"/>
                      </a:lnTo>
                      <a:lnTo>
                        <a:pt x="181" y="7394"/>
                      </a:lnTo>
                      <a:cubicBezTo>
                        <a:pt x="186" y="7450"/>
                        <a:pt x="190" y="7507"/>
                        <a:pt x="195" y="7562"/>
                      </a:cubicBezTo>
                      <a:lnTo>
                        <a:pt x="196" y="7576"/>
                      </a:lnTo>
                      <a:lnTo>
                        <a:pt x="196" y="7588"/>
                      </a:lnTo>
                      <a:cubicBezTo>
                        <a:pt x="478" y="11014"/>
                        <a:pt x="1134" y="15970"/>
                        <a:pt x="2648" y="21600"/>
                      </a:cubicBezTo>
                      <a:lnTo>
                        <a:pt x="21591" y="21600"/>
                      </a:lnTo>
                      <a:lnTo>
                        <a:pt x="21592" y="0"/>
                      </a:lnTo>
                      <a:close/>
                    </a:path>
                  </a:pathLst>
                </a:custGeom>
                <a:solidFill>
                  <a:srgbClr val="C9D4DC"/>
                </a:solidFill>
                <a:ln w="12700" cap="flat">
                  <a:noFill/>
                  <a:miter lim="400000"/>
                </a:ln>
                <a:effectLst/>
              </p:spPr>
              <p:txBody>
                <a:bodyPr wrap="square" lIns="45719" tIns="45719" rIns="45719" bIns="45719" numCol="1" anchor="ctr">
                  <a:noAutofit/>
                </a:bodyPr>
                <a:lstStyle/>
                <a:p>
                  <a:pPr/>
                </a:p>
              </p:txBody>
            </p:sp>
            <p:sp>
              <p:nvSpPr>
                <p:cNvPr id="531" name="Google Shape;5831;p140"/>
                <p:cNvSpPr/>
                <p:nvPr/>
              </p:nvSpPr>
              <p:spPr>
                <a:xfrm>
                  <a:off x="237224" y="1311666"/>
                  <a:ext cx="553998" cy="673763"/>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0"/>
                      </a:moveTo>
                      <a:cubicBezTo>
                        <a:pt x="2079" y="3360"/>
                        <a:pt x="5040" y="6942"/>
                        <a:pt x="9256" y="10389"/>
                      </a:cubicBezTo>
                      <a:cubicBezTo>
                        <a:pt x="12012" y="12643"/>
                        <a:pt x="14073" y="15237"/>
                        <a:pt x="15378" y="18100"/>
                      </a:cubicBezTo>
                      <a:cubicBezTo>
                        <a:pt x="15620" y="18629"/>
                        <a:pt x="15818" y="19169"/>
                        <a:pt x="15973" y="19719"/>
                      </a:cubicBezTo>
                      <a:cubicBezTo>
                        <a:pt x="16281" y="20814"/>
                        <a:pt x="17448" y="21600"/>
                        <a:pt x="18818" y="21600"/>
                      </a:cubicBezTo>
                      <a:lnTo>
                        <a:pt x="21600" y="21600"/>
                      </a:lnTo>
                      <a:lnTo>
                        <a:pt x="21600" y="0"/>
                      </a:lnTo>
                      <a:close/>
                    </a:path>
                  </a:pathLst>
                </a:custGeom>
                <a:solidFill>
                  <a:srgbClr val="DBE3E8"/>
                </a:solidFill>
                <a:ln w="12700" cap="flat">
                  <a:noFill/>
                  <a:miter lim="400000"/>
                </a:ln>
                <a:effectLst/>
              </p:spPr>
              <p:txBody>
                <a:bodyPr wrap="square" lIns="45719" tIns="45719" rIns="45719" bIns="45719" numCol="1" anchor="ctr">
                  <a:noAutofit/>
                </a:bodyPr>
                <a:lstStyle/>
                <a:p>
                  <a:pPr/>
                </a:p>
              </p:txBody>
            </p:sp>
            <p:sp>
              <p:nvSpPr>
                <p:cNvPr id="532" name="Google Shape;5832;p140"/>
                <p:cNvSpPr/>
                <p:nvPr/>
              </p:nvSpPr>
              <p:spPr>
                <a:xfrm>
                  <a:off x="128939" y="113957"/>
                  <a:ext cx="662283" cy="569343"/>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21600" y="0"/>
                      </a:moveTo>
                      <a:cubicBezTo>
                        <a:pt x="10955" y="768"/>
                        <a:pt x="2197" y="9780"/>
                        <a:pt x="0" y="21600"/>
                      </a:cubicBezTo>
                      <a:lnTo>
                        <a:pt x="21600" y="21600"/>
                      </a:lnTo>
                      <a:lnTo>
                        <a:pt x="21600" y="0"/>
                      </a:lnTo>
                      <a:close/>
                    </a:path>
                  </a:pathLst>
                </a:custGeom>
                <a:solidFill>
                  <a:srgbClr val="8FA1AF"/>
                </a:solidFill>
                <a:ln w="12700" cap="flat">
                  <a:noFill/>
                  <a:miter lim="400000"/>
                </a:ln>
                <a:effectLst/>
              </p:spPr>
              <p:txBody>
                <a:bodyPr wrap="square" lIns="45719" tIns="45719" rIns="45719" bIns="45719" numCol="1" anchor="ctr">
                  <a:noAutofit/>
                </a:bodyPr>
                <a:lstStyle/>
                <a:p>
                  <a:pPr/>
                </a:p>
              </p:txBody>
            </p:sp>
            <p:sp>
              <p:nvSpPr>
                <p:cNvPr id="533" name="Google Shape;5833;p140"/>
                <p:cNvSpPr/>
                <p:nvPr/>
              </p:nvSpPr>
              <p:spPr>
                <a:xfrm>
                  <a:off x="882007" y="1311666"/>
                  <a:ext cx="553998" cy="673763"/>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0"/>
                      </a:moveTo>
                      <a:lnTo>
                        <a:pt x="0" y="21600"/>
                      </a:lnTo>
                      <a:lnTo>
                        <a:pt x="2783" y="21600"/>
                      </a:lnTo>
                      <a:cubicBezTo>
                        <a:pt x="4152" y="21600"/>
                        <a:pt x="5319" y="20814"/>
                        <a:pt x="5627" y="19719"/>
                      </a:cubicBezTo>
                      <a:cubicBezTo>
                        <a:pt x="5782" y="19169"/>
                        <a:pt x="5981" y="18629"/>
                        <a:pt x="6222" y="18100"/>
                      </a:cubicBezTo>
                      <a:cubicBezTo>
                        <a:pt x="7528" y="15237"/>
                        <a:pt x="9587" y="12643"/>
                        <a:pt x="12345" y="10389"/>
                      </a:cubicBezTo>
                      <a:cubicBezTo>
                        <a:pt x="16560" y="6942"/>
                        <a:pt x="19521" y="3360"/>
                        <a:pt x="21600" y="0"/>
                      </a:cubicBezTo>
                      <a:close/>
                    </a:path>
                  </a:pathLst>
                </a:custGeom>
                <a:solidFill>
                  <a:srgbClr val="374F66"/>
                </a:solidFill>
                <a:ln w="12700" cap="flat">
                  <a:noFill/>
                  <a:miter lim="400000"/>
                </a:ln>
                <a:effectLst/>
              </p:spPr>
              <p:txBody>
                <a:bodyPr wrap="square" lIns="45719" tIns="45719" rIns="45719" bIns="45719" numCol="1" anchor="ctr">
                  <a:noAutofit/>
                </a:bodyPr>
                <a:lstStyle/>
                <a:p>
                  <a:pPr/>
                </a:p>
              </p:txBody>
            </p:sp>
          </p:grpSp>
        </p:grpSp>
      </p:grpSp>
    </p:spTree>
  </p:cSld>
  <p:clrMapOvr>
    <a:masterClrMapping/>
  </p:clrMapOvr>
  <mc:AlternateContent xmlns:mc="http://schemas.openxmlformats.org/markup-compatibility/2006">
    <mc:Choice xmlns:p14="http://schemas.microsoft.com/office/powerpoint/2010/main" Requires="p14">
      <p:transition spd="slow" advClick="0" advTm="0" p14:dur="1200">
        <p:wipe dir="l"/>
      </p:transition>
    </mc:Choice>
    <mc:Fallback>
      <p:transition spd="slow">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538" name="Freeform 21"/>
          <p:cNvSpPr/>
          <p:nvPr/>
        </p:nvSpPr>
        <p:spPr>
          <a:xfrm>
            <a:off x="3223091" y="2057877"/>
            <a:ext cx="5153196" cy="167262"/>
          </a:xfrm>
          <a:custGeom>
            <a:avLst/>
            <a:gdLst/>
            <a:ahLst/>
            <a:cxnLst>
              <a:cxn ang="0">
                <a:pos x="wd2" y="hd2"/>
              </a:cxn>
              <a:cxn ang="5400000">
                <a:pos x="wd2" y="hd2"/>
              </a:cxn>
              <a:cxn ang="10800000">
                <a:pos x="wd2" y="hd2"/>
              </a:cxn>
              <a:cxn ang="16200000">
                <a:pos x="wd2" y="hd2"/>
              </a:cxn>
            </a:cxnLst>
            <a:rect l="0" t="0" r="r" b="b"/>
            <a:pathLst>
              <a:path w="21593" h="21369" fill="norm" stroke="1" extrusionOk="0">
                <a:moveTo>
                  <a:pt x="85" y="78"/>
                </a:moveTo>
                <a:cubicBezTo>
                  <a:pt x="28" y="78"/>
                  <a:pt x="0" y="695"/>
                  <a:pt x="0" y="1003"/>
                </a:cubicBezTo>
                <a:cubicBezTo>
                  <a:pt x="0" y="1620"/>
                  <a:pt x="28" y="2238"/>
                  <a:pt x="85" y="2238"/>
                </a:cubicBezTo>
                <a:cubicBezTo>
                  <a:pt x="1668" y="2238"/>
                  <a:pt x="3421" y="2238"/>
                  <a:pt x="5174" y="1929"/>
                </a:cubicBezTo>
                <a:cubicBezTo>
                  <a:pt x="9330" y="1929"/>
                  <a:pt x="13373" y="1929"/>
                  <a:pt x="17670" y="2546"/>
                </a:cubicBezTo>
                <a:cubicBezTo>
                  <a:pt x="17727" y="2546"/>
                  <a:pt x="17868" y="2546"/>
                  <a:pt x="18038" y="2546"/>
                </a:cubicBezTo>
                <a:cubicBezTo>
                  <a:pt x="16426" y="3163"/>
                  <a:pt x="14786" y="3780"/>
                  <a:pt x="14617" y="3780"/>
                </a:cubicBezTo>
                <a:cubicBezTo>
                  <a:pt x="11705" y="1929"/>
                  <a:pt x="9245" y="4398"/>
                  <a:pt x="6814" y="6558"/>
                </a:cubicBezTo>
                <a:cubicBezTo>
                  <a:pt x="5032" y="8409"/>
                  <a:pt x="3251" y="9952"/>
                  <a:pt x="1329" y="9952"/>
                </a:cubicBezTo>
                <a:cubicBezTo>
                  <a:pt x="1329" y="11803"/>
                  <a:pt x="1329" y="11803"/>
                  <a:pt x="1329" y="11803"/>
                </a:cubicBezTo>
                <a:cubicBezTo>
                  <a:pt x="3053" y="11803"/>
                  <a:pt x="4580" y="10878"/>
                  <a:pt x="6079" y="9952"/>
                </a:cubicBezTo>
                <a:cubicBezTo>
                  <a:pt x="8934" y="8409"/>
                  <a:pt x="11620" y="6558"/>
                  <a:pt x="15239" y="12112"/>
                </a:cubicBezTo>
                <a:cubicBezTo>
                  <a:pt x="14984" y="12112"/>
                  <a:pt x="14984" y="12112"/>
                  <a:pt x="14984" y="12112"/>
                </a:cubicBezTo>
                <a:cubicBezTo>
                  <a:pt x="12072" y="12112"/>
                  <a:pt x="10037" y="12112"/>
                  <a:pt x="6672" y="18283"/>
                </a:cubicBezTo>
                <a:cubicBezTo>
                  <a:pt x="6135" y="19209"/>
                  <a:pt x="6135" y="19209"/>
                  <a:pt x="6135" y="19209"/>
                </a:cubicBezTo>
                <a:cubicBezTo>
                  <a:pt x="6107" y="19518"/>
                  <a:pt x="6050" y="19826"/>
                  <a:pt x="6079" y="20443"/>
                </a:cubicBezTo>
                <a:cubicBezTo>
                  <a:pt x="6079" y="21060"/>
                  <a:pt x="6135" y="21369"/>
                  <a:pt x="6163" y="21369"/>
                </a:cubicBezTo>
                <a:cubicBezTo>
                  <a:pt x="6701" y="20443"/>
                  <a:pt x="6701" y="20443"/>
                  <a:pt x="6701" y="20443"/>
                </a:cubicBezTo>
                <a:cubicBezTo>
                  <a:pt x="10065" y="13963"/>
                  <a:pt x="12072" y="14272"/>
                  <a:pt x="14984" y="14272"/>
                </a:cubicBezTo>
                <a:cubicBezTo>
                  <a:pt x="15437" y="14272"/>
                  <a:pt x="15917" y="14272"/>
                  <a:pt x="16257" y="14272"/>
                </a:cubicBezTo>
                <a:cubicBezTo>
                  <a:pt x="16257" y="12420"/>
                  <a:pt x="16257" y="12420"/>
                  <a:pt x="16257" y="12420"/>
                </a:cubicBezTo>
                <a:cubicBezTo>
                  <a:pt x="16228" y="12420"/>
                  <a:pt x="16228" y="12112"/>
                  <a:pt x="16200" y="12112"/>
                </a:cubicBezTo>
                <a:cubicBezTo>
                  <a:pt x="16087" y="11803"/>
                  <a:pt x="15861" y="11186"/>
                  <a:pt x="15832" y="11186"/>
                </a:cubicBezTo>
                <a:cubicBezTo>
                  <a:pt x="13203" y="6866"/>
                  <a:pt x="11083" y="5940"/>
                  <a:pt x="9075" y="6558"/>
                </a:cubicBezTo>
                <a:cubicBezTo>
                  <a:pt x="10800" y="5323"/>
                  <a:pt x="12609" y="4398"/>
                  <a:pt x="14617" y="5632"/>
                </a:cubicBezTo>
                <a:cubicBezTo>
                  <a:pt x="14815" y="5940"/>
                  <a:pt x="17020" y="5015"/>
                  <a:pt x="18886" y="4089"/>
                </a:cubicBezTo>
                <a:cubicBezTo>
                  <a:pt x="20158" y="3472"/>
                  <a:pt x="21289" y="2855"/>
                  <a:pt x="21515" y="2238"/>
                </a:cubicBezTo>
                <a:cubicBezTo>
                  <a:pt x="21543" y="2238"/>
                  <a:pt x="21572" y="2238"/>
                  <a:pt x="21572" y="1929"/>
                </a:cubicBezTo>
                <a:cubicBezTo>
                  <a:pt x="21600" y="1620"/>
                  <a:pt x="21600" y="1003"/>
                  <a:pt x="21572" y="386"/>
                </a:cubicBezTo>
                <a:cubicBezTo>
                  <a:pt x="21572" y="386"/>
                  <a:pt x="21572" y="386"/>
                  <a:pt x="21572" y="386"/>
                </a:cubicBezTo>
                <a:cubicBezTo>
                  <a:pt x="21572" y="386"/>
                  <a:pt x="21515" y="386"/>
                  <a:pt x="21459" y="386"/>
                </a:cubicBezTo>
                <a:cubicBezTo>
                  <a:pt x="21459" y="386"/>
                  <a:pt x="21459" y="386"/>
                  <a:pt x="21459" y="386"/>
                </a:cubicBezTo>
                <a:cubicBezTo>
                  <a:pt x="21459" y="386"/>
                  <a:pt x="21459" y="386"/>
                  <a:pt x="21459" y="386"/>
                </a:cubicBezTo>
                <a:cubicBezTo>
                  <a:pt x="21148" y="386"/>
                  <a:pt x="20158" y="386"/>
                  <a:pt x="19282" y="386"/>
                </a:cubicBezTo>
                <a:cubicBezTo>
                  <a:pt x="18518" y="386"/>
                  <a:pt x="17840" y="386"/>
                  <a:pt x="17670" y="386"/>
                </a:cubicBezTo>
                <a:cubicBezTo>
                  <a:pt x="13401" y="-231"/>
                  <a:pt x="9330" y="78"/>
                  <a:pt x="5174" y="78"/>
                </a:cubicBezTo>
                <a:cubicBezTo>
                  <a:pt x="3562" y="78"/>
                  <a:pt x="1923" y="78"/>
                  <a:pt x="85" y="78"/>
                </a:cubicBezTo>
                <a:close/>
              </a:path>
            </a:pathLst>
          </a:custGeom>
          <a:solidFill>
            <a:srgbClr val="005790"/>
          </a:solidFill>
          <a:ln w="12700">
            <a:miter lim="400000"/>
          </a:ln>
        </p:spPr>
        <p:txBody>
          <a:bodyPr lIns="45719" rIns="45719"/>
          <a:lstStyle/>
          <a:p>
            <a:pPr>
              <a:defRPr sz="1800"/>
            </a:pPr>
          </a:p>
        </p:txBody>
      </p:sp>
      <p:sp>
        <p:nvSpPr>
          <p:cNvPr id="539" name="文本框 16"/>
          <p:cNvSpPr txBox="1"/>
          <p:nvPr/>
        </p:nvSpPr>
        <p:spPr>
          <a:xfrm>
            <a:off x="3216407" y="2331843"/>
            <a:ext cx="5168250" cy="486208"/>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lgn="ctr">
              <a:defRPr b="1" sz="2800">
                <a:solidFill>
                  <a:srgbClr val="005790"/>
                </a:solidFill>
              </a:defRPr>
            </a:lvl1pPr>
          </a:lstStyle>
          <a:p>
            <a:pPr/>
            <a:r>
              <a:t>Do You have any question?</a:t>
            </a:r>
          </a:p>
        </p:txBody>
      </p:sp>
      <p:grpSp>
        <p:nvGrpSpPr>
          <p:cNvPr id="548" name="组合 35"/>
          <p:cNvGrpSpPr/>
          <p:nvPr/>
        </p:nvGrpSpPr>
        <p:grpSpPr>
          <a:xfrm>
            <a:off x="548958" y="1089342"/>
            <a:ext cx="1947862" cy="1757529"/>
            <a:chOff x="0" y="0"/>
            <a:chExt cx="1947861" cy="1757527"/>
          </a:xfrm>
        </p:grpSpPr>
        <p:sp>
          <p:nvSpPr>
            <p:cNvPr id="540" name="Freeform 99"/>
            <p:cNvSpPr/>
            <p:nvPr/>
          </p:nvSpPr>
          <p:spPr>
            <a:xfrm>
              <a:off x="782140" y="492492"/>
              <a:ext cx="1144744" cy="1242502"/>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20422" y="8951"/>
                  </a:moveTo>
                  <a:cubicBezTo>
                    <a:pt x="18851" y="8951"/>
                    <a:pt x="18851" y="8951"/>
                    <a:pt x="18851" y="8951"/>
                  </a:cubicBezTo>
                  <a:cubicBezTo>
                    <a:pt x="18458" y="8173"/>
                    <a:pt x="18262" y="7200"/>
                    <a:pt x="17673" y="6616"/>
                  </a:cubicBezTo>
                  <a:cubicBezTo>
                    <a:pt x="19047" y="5254"/>
                    <a:pt x="19047" y="5254"/>
                    <a:pt x="19047" y="5254"/>
                  </a:cubicBezTo>
                  <a:cubicBezTo>
                    <a:pt x="19440" y="4865"/>
                    <a:pt x="19440" y="4086"/>
                    <a:pt x="19047" y="3697"/>
                  </a:cubicBezTo>
                  <a:cubicBezTo>
                    <a:pt x="18065" y="2724"/>
                    <a:pt x="18065" y="2724"/>
                    <a:pt x="18065" y="2724"/>
                  </a:cubicBezTo>
                  <a:cubicBezTo>
                    <a:pt x="17673" y="2335"/>
                    <a:pt x="16887" y="2335"/>
                    <a:pt x="16495" y="2724"/>
                  </a:cubicBezTo>
                  <a:cubicBezTo>
                    <a:pt x="15120" y="4086"/>
                    <a:pt x="15120" y="4086"/>
                    <a:pt x="15120" y="4086"/>
                  </a:cubicBezTo>
                  <a:cubicBezTo>
                    <a:pt x="14335" y="3503"/>
                    <a:pt x="13549" y="3114"/>
                    <a:pt x="12567" y="2919"/>
                  </a:cubicBezTo>
                  <a:cubicBezTo>
                    <a:pt x="12567" y="1168"/>
                    <a:pt x="12567" y="1168"/>
                    <a:pt x="12567" y="1168"/>
                  </a:cubicBezTo>
                  <a:cubicBezTo>
                    <a:pt x="12567" y="584"/>
                    <a:pt x="12175" y="0"/>
                    <a:pt x="11389" y="0"/>
                  </a:cubicBezTo>
                  <a:cubicBezTo>
                    <a:pt x="10211" y="0"/>
                    <a:pt x="10211" y="0"/>
                    <a:pt x="10211" y="0"/>
                  </a:cubicBezTo>
                  <a:cubicBezTo>
                    <a:pt x="9622" y="0"/>
                    <a:pt x="9033" y="584"/>
                    <a:pt x="9033" y="1168"/>
                  </a:cubicBezTo>
                  <a:cubicBezTo>
                    <a:pt x="9033" y="2919"/>
                    <a:pt x="9033" y="2919"/>
                    <a:pt x="9033" y="2919"/>
                  </a:cubicBezTo>
                  <a:cubicBezTo>
                    <a:pt x="8051" y="3114"/>
                    <a:pt x="7265" y="3503"/>
                    <a:pt x="6480" y="3892"/>
                  </a:cubicBezTo>
                  <a:cubicBezTo>
                    <a:pt x="5302" y="2724"/>
                    <a:pt x="5302" y="2724"/>
                    <a:pt x="5302" y="2724"/>
                  </a:cubicBezTo>
                  <a:cubicBezTo>
                    <a:pt x="4909" y="2335"/>
                    <a:pt x="4124" y="2335"/>
                    <a:pt x="3731" y="2724"/>
                  </a:cubicBezTo>
                  <a:cubicBezTo>
                    <a:pt x="2749" y="3697"/>
                    <a:pt x="2749" y="3697"/>
                    <a:pt x="2749" y="3697"/>
                  </a:cubicBezTo>
                  <a:cubicBezTo>
                    <a:pt x="2356" y="4086"/>
                    <a:pt x="2356" y="4865"/>
                    <a:pt x="2749" y="5254"/>
                  </a:cubicBezTo>
                  <a:cubicBezTo>
                    <a:pt x="3927" y="6422"/>
                    <a:pt x="3927" y="6422"/>
                    <a:pt x="3927" y="6422"/>
                  </a:cubicBezTo>
                  <a:cubicBezTo>
                    <a:pt x="3535" y="7200"/>
                    <a:pt x="3142" y="8173"/>
                    <a:pt x="2945" y="8951"/>
                  </a:cubicBezTo>
                  <a:cubicBezTo>
                    <a:pt x="1178" y="8951"/>
                    <a:pt x="1178" y="8951"/>
                    <a:pt x="1178" y="8951"/>
                  </a:cubicBezTo>
                  <a:cubicBezTo>
                    <a:pt x="393" y="8951"/>
                    <a:pt x="0" y="9535"/>
                    <a:pt x="0" y="10119"/>
                  </a:cubicBezTo>
                  <a:cubicBezTo>
                    <a:pt x="0" y="11481"/>
                    <a:pt x="0" y="11481"/>
                    <a:pt x="0" y="11481"/>
                  </a:cubicBezTo>
                  <a:cubicBezTo>
                    <a:pt x="0" y="12065"/>
                    <a:pt x="393" y="12649"/>
                    <a:pt x="1178" y="12649"/>
                  </a:cubicBezTo>
                  <a:cubicBezTo>
                    <a:pt x="2945" y="12649"/>
                    <a:pt x="2945" y="12649"/>
                    <a:pt x="2945" y="12649"/>
                  </a:cubicBezTo>
                  <a:cubicBezTo>
                    <a:pt x="3142" y="13427"/>
                    <a:pt x="3338" y="14400"/>
                    <a:pt x="3927" y="15178"/>
                  </a:cubicBezTo>
                  <a:cubicBezTo>
                    <a:pt x="2749" y="16346"/>
                    <a:pt x="2749" y="16346"/>
                    <a:pt x="2749" y="16346"/>
                  </a:cubicBezTo>
                  <a:cubicBezTo>
                    <a:pt x="2160" y="16735"/>
                    <a:pt x="2160" y="17514"/>
                    <a:pt x="2749" y="17903"/>
                  </a:cubicBezTo>
                  <a:cubicBezTo>
                    <a:pt x="3535" y="18876"/>
                    <a:pt x="3535" y="18876"/>
                    <a:pt x="3535" y="18876"/>
                  </a:cubicBezTo>
                  <a:cubicBezTo>
                    <a:pt x="4124" y="19265"/>
                    <a:pt x="4713" y="19265"/>
                    <a:pt x="5105" y="18876"/>
                  </a:cubicBezTo>
                  <a:cubicBezTo>
                    <a:pt x="6480" y="17708"/>
                    <a:pt x="6480" y="17708"/>
                    <a:pt x="6480" y="17708"/>
                  </a:cubicBezTo>
                  <a:cubicBezTo>
                    <a:pt x="7265" y="18097"/>
                    <a:pt x="8051" y="18486"/>
                    <a:pt x="9033" y="18681"/>
                  </a:cubicBezTo>
                  <a:cubicBezTo>
                    <a:pt x="9033" y="20432"/>
                    <a:pt x="9033" y="20432"/>
                    <a:pt x="9033" y="20432"/>
                  </a:cubicBezTo>
                  <a:cubicBezTo>
                    <a:pt x="9033" y="21016"/>
                    <a:pt x="9425" y="21600"/>
                    <a:pt x="10211" y="21600"/>
                  </a:cubicBezTo>
                  <a:cubicBezTo>
                    <a:pt x="11389" y="21600"/>
                    <a:pt x="11389" y="21600"/>
                    <a:pt x="11389" y="21600"/>
                  </a:cubicBezTo>
                  <a:cubicBezTo>
                    <a:pt x="11978" y="21600"/>
                    <a:pt x="12567" y="21016"/>
                    <a:pt x="12567" y="20432"/>
                  </a:cubicBezTo>
                  <a:cubicBezTo>
                    <a:pt x="12567" y="18681"/>
                    <a:pt x="12567" y="18681"/>
                    <a:pt x="12567" y="18681"/>
                  </a:cubicBezTo>
                  <a:cubicBezTo>
                    <a:pt x="13549" y="18486"/>
                    <a:pt x="14335" y="18097"/>
                    <a:pt x="15120" y="17708"/>
                  </a:cubicBezTo>
                  <a:cubicBezTo>
                    <a:pt x="16298" y="18876"/>
                    <a:pt x="16298" y="18876"/>
                    <a:pt x="16298" y="18876"/>
                  </a:cubicBezTo>
                  <a:cubicBezTo>
                    <a:pt x="16887" y="19265"/>
                    <a:pt x="17476" y="19265"/>
                    <a:pt x="18065" y="18876"/>
                  </a:cubicBezTo>
                  <a:cubicBezTo>
                    <a:pt x="18851" y="17903"/>
                    <a:pt x="18851" y="17903"/>
                    <a:pt x="18851" y="17903"/>
                  </a:cubicBezTo>
                  <a:cubicBezTo>
                    <a:pt x="19440" y="17514"/>
                    <a:pt x="19440" y="16735"/>
                    <a:pt x="18851" y="16346"/>
                  </a:cubicBezTo>
                  <a:cubicBezTo>
                    <a:pt x="17673" y="15178"/>
                    <a:pt x="17673" y="15178"/>
                    <a:pt x="17673" y="15178"/>
                  </a:cubicBezTo>
                  <a:cubicBezTo>
                    <a:pt x="18262" y="14400"/>
                    <a:pt x="18458" y="13427"/>
                    <a:pt x="18655" y="12649"/>
                  </a:cubicBezTo>
                  <a:cubicBezTo>
                    <a:pt x="20422" y="12649"/>
                    <a:pt x="20422" y="12649"/>
                    <a:pt x="20422" y="12649"/>
                  </a:cubicBezTo>
                  <a:cubicBezTo>
                    <a:pt x="21207" y="12649"/>
                    <a:pt x="21600" y="12065"/>
                    <a:pt x="21600" y="11481"/>
                  </a:cubicBezTo>
                  <a:cubicBezTo>
                    <a:pt x="21600" y="10119"/>
                    <a:pt x="21600" y="10119"/>
                    <a:pt x="21600" y="10119"/>
                  </a:cubicBezTo>
                  <a:cubicBezTo>
                    <a:pt x="21600" y="9535"/>
                    <a:pt x="21207" y="8951"/>
                    <a:pt x="20422" y="8951"/>
                  </a:cubicBezTo>
                  <a:close/>
                  <a:moveTo>
                    <a:pt x="10800" y="14400"/>
                  </a:moveTo>
                  <a:cubicBezTo>
                    <a:pt x="8836" y="14400"/>
                    <a:pt x="7265" y="12843"/>
                    <a:pt x="7265" y="10897"/>
                  </a:cubicBezTo>
                  <a:cubicBezTo>
                    <a:pt x="7265" y="8757"/>
                    <a:pt x="8836" y="7200"/>
                    <a:pt x="10800" y="7200"/>
                  </a:cubicBezTo>
                  <a:cubicBezTo>
                    <a:pt x="12764" y="7200"/>
                    <a:pt x="14531" y="8757"/>
                    <a:pt x="14531" y="10897"/>
                  </a:cubicBezTo>
                  <a:cubicBezTo>
                    <a:pt x="14531" y="12843"/>
                    <a:pt x="12764" y="14400"/>
                    <a:pt x="10800" y="14400"/>
                  </a:cubicBezTo>
                  <a:close/>
                </a:path>
              </a:pathLst>
            </a:custGeom>
            <a:solidFill>
              <a:srgbClr val="005790"/>
            </a:solidFill>
            <a:ln w="12700" cap="flat">
              <a:noFill/>
              <a:miter lim="400000"/>
            </a:ln>
            <a:effectLst/>
          </p:spPr>
          <p:txBody>
            <a:bodyPr wrap="square" lIns="45719" tIns="45719" rIns="45719" bIns="45719" numCol="1" anchor="t">
              <a:noAutofit/>
            </a:bodyPr>
            <a:lstStyle/>
            <a:p>
              <a:pPr/>
            </a:p>
          </p:txBody>
        </p:sp>
        <p:sp>
          <p:nvSpPr>
            <p:cNvPr id="541" name="Freeform 100"/>
            <p:cNvSpPr/>
            <p:nvPr/>
          </p:nvSpPr>
          <p:spPr>
            <a:xfrm>
              <a:off x="20976" y="22531"/>
              <a:ext cx="916994" cy="984989"/>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20373" y="9082"/>
                  </a:moveTo>
                  <a:cubicBezTo>
                    <a:pt x="18655" y="9082"/>
                    <a:pt x="18655" y="9082"/>
                    <a:pt x="18655" y="9082"/>
                  </a:cubicBezTo>
                  <a:cubicBezTo>
                    <a:pt x="18409" y="8100"/>
                    <a:pt x="18164" y="7364"/>
                    <a:pt x="17673" y="6382"/>
                  </a:cubicBezTo>
                  <a:cubicBezTo>
                    <a:pt x="18900" y="5155"/>
                    <a:pt x="18900" y="5155"/>
                    <a:pt x="18900" y="5155"/>
                  </a:cubicBezTo>
                  <a:cubicBezTo>
                    <a:pt x="19391" y="4664"/>
                    <a:pt x="19391" y="4173"/>
                    <a:pt x="18900" y="3682"/>
                  </a:cubicBezTo>
                  <a:cubicBezTo>
                    <a:pt x="17918" y="2700"/>
                    <a:pt x="17918" y="2700"/>
                    <a:pt x="17918" y="2700"/>
                  </a:cubicBezTo>
                  <a:cubicBezTo>
                    <a:pt x="17427" y="2209"/>
                    <a:pt x="16691" y="2209"/>
                    <a:pt x="16445" y="2700"/>
                  </a:cubicBezTo>
                  <a:cubicBezTo>
                    <a:pt x="14973" y="3927"/>
                    <a:pt x="14973" y="3927"/>
                    <a:pt x="14973" y="3927"/>
                  </a:cubicBezTo>
                  <a:cubicBezTo>
                    <a:pt x="14236" y="3436"/>
                    <a:pt x="13500" y="3191"/>
                    <a:pt x="12518" y="2945"/>
                  </a:cubicBezTo>
                  <a:cubicBezTo>
                    <a:pt x="12518" y="1227"/>
                    <a:pt x="12518" y="1227"/>
                    <a:pt x="12518" y="1227"/>
                  </a:cubicBezTo>
                  <a:cubicBezTo>
                    <a:pt x="12518" y="491"/>
                    <a:pt x="12027" y="0"/>
                    <a:pt x="11291" y="0"/>
                  </a:cubicBezTo>
                  <a:cubicBezTo>
                    <a:pt x="10064" y="0"/>
                    <a:pt x="10064" y="0"/>
                    <a:pt x="10064" y="0"/>
                  </a:cubicBezTo>
                  <a:cubicBezTo>
                    <a:pt x="9573" y="0"/>
                    <a:pt x="8836" y="491"/>
                    <a:pt x="8836" y="1227"/>
                  </a:cubicBezTo>
                  <a:cubicBezTo>
                    <a:pt x="8836" y="2945"/>
                    <a:pt x="8836" y="2945"/>
                    <a:pt x="8836" y="2945"/>
                  </a:cubicBezTo>
                  <a:cubicBezTo>
                    <a:pt x="8100" y="3191"/>
                    <a:pt x="7118" y="3436"/>
                    <a:pt x="6382" y="3927"/>
                  </a:cubicBezTo>
                  <a:cubicBezTo>
                    <a:pt x="5155" y="2700"/>
                    <a:pt x="5155" y="2700"/>
                    <a:pt x="5155" y="2700"/>
                  </a:cubicBezTo>
                  <a:cubicBezTo>
                    <a:pt x="4664" y="2209"/>
                    <a:pt x="3927" y="2209"/>
                    <a:pt x="3682" y="2700"/>
                  </a:cubicBezTo>
                  <a:cubicBezTo>
                    <a:pt x="2700" y="3682"/>
                    <a:pt x="2700" y="3682"/>
                    <a:pt x="2700" y="3682"/>
                  </a:cubicBezTo>
                  <a:cubicBezTo>
                    <a:pt x="2209" y="3927"/>
                    <a:pt x="2209" y="4664"/>
                    <a:pt x="2700" y="5155"/>
                  </a:cubicBezTo>
                  <a:cubicBezTo>
                    <a:pt x="3927" y="6382"/>
                    <a:pt x="3927" y="6382"/>
                    <a:pt x="3927" y="6382"/>
                  </a:cubicBezTo>
                  <a:cubicBezTo>
                    <a:pt x="3436" y="7118"/>
                    <a:pt x="2945" y="8100"/>
                    <a:pt x="2700" y="9082"/>
                  </a:cubicBezTo>
                  <a:cubicBezTo>
                    <a:pt x="982" y="9082"/>
                    <a:pt x="982" y="9082"/>
                    <a:pt x="982" y="9082"/>
                  </a:cubicBezTo>
                  <a:cubicBezTo>
                    <a:pt x="491" y="9082"/>
                    <a:pt x="0" y="9573"/>
                    <a:pt x="0" y="10064"/>
                  </a:cubicBezTo>
                  <a:cubicBezTo>
                    <a:pt x="0" y="11536"/>
                    <a:pt x="0" y="11536"/>
                    <a:pt x="0" y="11536"/>
                  </a:cubicBezTo>
                  <a:cubicBezTo>
                    <a:pt x="0" y="12027"/>
                    <a:pt x="491" y="12518"/>
                    <a:pt x="982" y="12518"/>
                  </a:cubicBezTo>
                  <a:cubicBezTo>
                    <a:pt x="2700" y="12518"/>
                    <a:pt x="2700" y="12518"/>
                    <a:pt x="2700" y="12518"/>
                  </a:cubicBezTo>
                  <a:cubicBezTo>
                    <a:pt x="2945" y="13500"/>
                    <a:pt x="3436" y="14236"/>
                    <a:pt x="3927" y="15218"/>
                  </a:cubicBezTo>
                  <a:cubicBezTo>
                    <a:pt x="2700" y="16445"/>
                    <a:pt x="2700" y="16445"/>
                    <a:pt x="2700" y="16445"/>
                  </a:cubicBezTo>
                  <a:cubicBezTo>
                    <a:pt x="2209" y="16691"/>
                    <a:pt x="2209" y="17427"/>
                    <a:pt x="2700" y="17918"/>
                  </a:cubicBezTo>
                  <a:cubicBezTo>
                    <a:pt x="3436" y="18900"/>
                    <a:pt x="3436" y="18900"/>
                    <a:pt x="3436" y="18900"/>
                  </a:cubicBezTo>
                  <a:cubicBezTo>
                    <a:pt x="3927" y="19391"/>
                    <a:pt x="4664" y="19391"/>
                    <a:pt x="5155" y="18900"/>
                  </a:cubicBezTo>
                  <a:cubicBezTo>
                    <a:pt x="6382" y="17673"/>
                    <a:pt x="6382" y="17673"/>
                    <a:pt x="6382" y="17673"/>
                  </a:cubicBezTo>
                  <a:cubicBezTo>
                    <a:pt x="7118" y="18164"/>
                    <a:pt x="8100" y="18655"/>
                    <a:pt x="8836" y="18655"/>
                  </a:cubicBezTo>
                  <a:cubicBezTo>
                    <a:pt x="8836" y="20618"/>
                    <a:pt x="8836" y="20618"/>
                    <a:pt x="8836" y="20618"/>
                  </a:cubicBezTo>
                  <a:cubicBezTo>
                    <a:pt x="8836" y="21109"/>
                    <a:pt x="9327" y="21600"/>
                    <a:pt x="10064" y="21600"/>
                  </a:cubicBezTo>
                  <a:cubicBezTo>
                    <a:pt x="11291" y="21600"/>
                    <a:pt x="11291" y="21600"/>
                    <a:pt x="11291" y="21600"/>
                  </a:cubicBezTo>
                  <a:cubicBezTo>
                    <a:pt x="12027" y="21600"/>
                    <a:pt x="12518" y="21109"/>
                    <a:pt x="12518" y="20618"/>
                  </a:cubicBezTo>
                  <a:cubicBezTo>
                    <a:pt x="12518" y="18655"/>
                    <a:pt x="12518" y="18655"/>
                    <a:pt x="12518" y="18655"/>
                  </a:cubicBezTo>
                  <a:cubicBezTo>
                    <a:pt x="13500" y="18655"/>
                    <a:pt x="14236" y="18164"/>
                    <a:pt x="14973" y="17673"/>
                  </a:cubicBezTo>
                  <a:cubicBezTo>
                    <a:pt x="16200" y="18900"/>
                    <a:pt x="16200" y="18900"/>
                    <a:pt x="16200" y="18900"/>
                  </a:cubicBezTo>
                  <a:cubicBezTo>
                    <a:pt x="16691" y="19391"/>
                    <a:pt x="17427" y="19391"/>
                    <a:pt x="17918" y="18900"/>
                  </a:cubicBezTo>
                  <a:cubicBezTo>
                    <a:pt x="18900" y="17918"/>
                    <a:pt x="18900" y="17918"/>
                    <a:pt x="18900" y="17918"/>
                  </a:cubicBezTo>
                  <a:cubicBezTo>
                    <a:pt x="19391" y="17673"/>
                    <a:pt x="19391" y="16936"/>
                    <a:pt x="18900" y="16445"/>
                  </a:cubicBezTo>
                  <a:cubicBezTo>
                    <a:pt x="17673" y="15218"/>
                    <a:pt x="17673" y="15218"/>
                    <a:pt x="17673" y="15218"/>
                  </a:cubicBezTo>
                  <a:cubicBezTo>
                    <a:pt x="18164" y="14482"/>
                    <a:pt x="18409" y="13500"/>
                    <a:pt x="18655" y="12518"/>
                  </a:cubicBezTo>
                  <a:cubicBezTo>
                    <a:pt x="20373" y="12518"/>
                    <a:pt x="20373" y="12518"/>
                    <a:pt x="20373" y="12518"/>
                  </a:cubicBezTo>
                  <a:cubicBezTo>
                    <a:pt x="21109" y="12518"/>
                    <a:pt x="21600" y="12027"/>
                    <a:pt x="21600" y="11536"/>
                  </a:cubicBezTo>
                  <a:cubicBezTo>
                    <a:pt x="21600" y="10064"/>
                    <a:pt x="21600" y="10064"/>
                    <a:pt x="21600" y="10064"/>
                  </a:cubicBezTo>
                  <a:cubicBezTo>
                    <a:pt x="21600" y="9573"/>
                    <a:pt x="21109" y="9082"/>
                    <a:pt x="20373" y="9082"/>
                  </a:cubicBezTo>
                  <a:close/>
                  <a:moveTo>
                    <a:pt x="10800" y="14482"/>
                  </a:moveTo>
                  <a:cubicBezTo>
                    <a:pt x="8836" y="14482"/>
                    <a:pt x="7118" y="12764"/>
                    <a:pt x="7118" y="10800"/>
                  </a:cubicBezTo>
                  <a:cubicBezTo>
                    <a:pt x="7118" y="8836"/>
                    <a:pt x="8836" y="7118"/>
                    <a:pt x="10800" y="7118"/>
                  </a:cubicBezTo>
                  <a:cubicBezTo>
                    <a:pt x="12764" y="7118"/>
                    <a:pt x="14482" y="8836"/>
                    <a:pt x="14482" y="10800"/>
                  </a:cubicBezTo>
                  <a:cubicBezTo>
                    <a:pt x="14482" y="12764"/>
                    <a:pt x="12764" y="14482"/>
                    <a:pt x="10800" y="14482"/>
                  </a:cubicBezTo>
                  <a:close/>
                </a:path>
              </a:pathLst>
            </a:custGeom>
            <a:solidFill>
              <a:srgbClr val="FFFFFF"/>
            </a:solidFill>
            <a:ln w="12700" cap="flat">
              <a:noFill/>
              <a:miter lim="400000"/>
            </a:ln>
            <a:effectLst/>
          </p:spPr>
          <p:txBody>
            <a:bodyPr wrap="square" lIns="45719" tIns="45719" rIns="45719" bIns="45719" numCol="1" anchor="t">
              <a:noAutofit/>
            </a:bodyPr>
            <a:lstStyle/>
            <a:p>
              <a:pPr/>
            </a:p>
          </p:txBody>
        </p:sp>
        <p:sp>
          <p:nvSpPr>
            <p:cNvPr id="542" name="Freeform 101"/>
            <p:cNvSpPr/>
            <p:nvPr/>
          </p:nvSpPr>
          <p:spPr>
            <a:xfrm>
              <a:off x="761164" y="469961"/>
              <a:ext cx="1186698" cy="1287567"/>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1368" y="21600"/>
                  </a:moveTo>
                  <a:cubicBezTo>
                    <a:pt x="10232" y="21600"/>
                    <a:pt x="10232" y="21600"/>
                    <a:pt x="10232" y="21600"/>
                  </a:cubicBezTo>
                  <a:cubicBezTo>
                    <a:pt x="9284" y="21600"/>
                    <a:pt x="8716" y="20849"/>
                    <a:pt x="8716" y="20097"/>
                  </a:cubicBezTo>
                  <a:cubicBezTo>
                    <a:pt x="8716" y="18783"/>
                    <a:pt x="8716" y="18783"/>
                    <a:pt x="8716" y="18783"/>
                  </a:cubicBezTo>
                  <a:cubicBezTo>
                    <a:pt x="7958" y="18595"/>
                    <a:pt x="7200" y="18219"/>
                    <a:pt x="6632" y="17843"/>
                  </a:cubicBezTo>
                  <a:cubicBezTo>
                    <a:pt x="5684" y="18783"/>
                    <a:pt x="5684" y="18783"/>
                    <a:pt x="5684" y="18783"/>
                  </a:cubicBezTo>
                  <a:cubicBezTo>
                    <a:pt x="5116" y="19346"/>
                    <a:pt x="4168" y="19346"/>
                    <a:pt x="3600" y="18783"/>
                  </a:cubicBezTo>
                  <a:cubicBezTo>
                    <a:pt x="2653" y="18031"/>
                    <a:pt x="2653" y="18031"/>
                    <a:pt x="2653" y="18031"/>
                  </a:cubicBezTo>
                  <a:cubicBezTo>
                    <a:pt x="2463" y="17656"/>
                    <a:pt x="2274" y="17280"/>
                    <a:pt x="2274" y="16904"/>
                  </a:cubicBezTo>
                  <a:cubicBezTo>
                    <a:pt x="2274" y="16529"/>
                    <a:pt x="2463" y="16153"/>
                    <a:pt x="2653" y="15777"/>
                  </a:cubicBezTo>
                  <a:cubicBezTo>
                    <a:pt x="3600" y="14838"/>
                    <a:pt x="3600" y="14838"/>
                    <a:pt x="3600" y="14838"/>
                  </a:cubicBezTo>
                  <a:cubicBezTo>
                    <a:pt x="3221" y="14275"/>
                    <a:pt x="3032" y="13523"/>
                    <a:pt x="2842" y="12960"/>
                  </a:cubicBezTo>
                  <a:cubicBezTo>
                    <a:pt x="1516" y="12960"/>
                    <a:pt x="1516" y="12960"/>
                    <a:pt x="1516" y="12960"/>
                  </a:cubicBezTo>
                  <a:cubicBezTo>
                    <a:pt x="568" y="12960"/>
                    <a:pt x="0" y="12209"/>
                    <a:pt x="0" y="11457"/>
                  </a:cubicBezTo>
                  <a:cubicBezTo>
                    <a:pt x="0" y="10143"/>
                    <a:pt x="0" y="10143"/>
                    <a:pt x="0" y="10143"/>
                  </a:cubicBezTo>
                  <a:cubicBezTo>
                    <a:pt x="0" y="9391"/>
                    <a:pt x="568" y="8640"/>
                    <a:pt x="1516" y="8640"/>
                  </a:cubicBezTo>
                  <a:cubicBezTo>
                    <a:pt x="2842" y="8640"/>
                    <a:pt x="2842" y="8640"/>
                    <a:pt x="2842" y="8640"/>
                  </a:cubicBezTo>
                  <a:cubicBezTo>
                    <a:pt x="3032" y="7889"/>
                    <a:pt x="3411" y="7325"/>
                    <a:pt x="3789" y="6762"/>
                  </a:cubicBezTo>
                  <a:cubicBezTo>
                    <a:pt x="2653" y="5635"/>
                    <a:pt x="2653" y="5635"/>
                    <a:pt x="2653" y="5635"/>
                  </a:cubicBezTo>
                  <a:cubicBezTo>
                    <a:pt x="2084" y="5071"/>
                    <a:pt x="2084" y="4132"/>
                    <a:pt x="2653" y="3569"/>
                  </a:cubicBezTo>
                  <a:cubicBezTo>
                    <a:pt x="3600" y="2817"/>
                    <a:pt x="3600" y="2817"/>
                    <a:pt x="3600" y="2817"/>
                  </a:cubicBezTo>
                  <a:cubicBezTo>
                    <a:pt x="4168" y="2254"/>
                    <a:pt x="5116" y="2254"/>
                    <a:pt x="5684" y="2817"/>
                  </a:cubicBezTo>
                  <a:cubicBezTo>
                    <a:pt x="6632" y="3757"/>
                    <a:pt x="6632" y="3757"/>
                    <a:pt x="6632" y="3757"/>
                  </a:cubicBezTo>
                  <a:cubicBezTo>
                    <a:pt x="7389" y="3381"/>
                    <a:pt x="7958" y="3193"/>
                    <a:pt x="8716" y="3005"/>
                  </a:cubicBezTo>
                  <a:cubicBezTo>
                    <a:pt x="8716" y="1503"/>
                    <a:pt x="8716" y="1503"/>
                    <a:pt x="8716" y="1503"/>
                  </a:cubicBezTo>
                  <a:cubicBezTo>
                    <a:pt x="8716" y="751"/>
                    <a:pt x="9284" y="0"/>
                    <a:pt x="10232" y="0"/>
                  </a:cubicBezTo>
                  <a:cubicBezTo>
                    <a:pt x="11368" y="0"/>
                    <a:pt x="11368" y="0"/>
                    <a:pt x="11368" y="0"/>
                  </a:cubicBezTo>
                  <a:cubicBezTo>
                    <a:pt x="12316" y="0"/>
                    <a:pt x="12884" y="751"/>
                    <a:pt x="12884" y="1503"/>
                  </a:cubicBezTo>
                  <a:cubicBezTo>
                    <a:pt x="12884" y="3005"/>
                    <a:pt x="12884" y="3005"/>
                    <a:pt x="12884" y="3005"/>
                  </a:cubicBezTo>
                  <a:cubicBezTo>
                    <a:pt x="13642" y="3193"/>
                    <a:pt x="14400" y="3381"/>
                    <a:pt x="14968" y="3757"/>
                  </a:cubicBezTo>
                  <a:cubicBezTo>
                    <a:pt x="15916" y="2817"/>
                    <a:pt x="15916" y="2817"/>
                    <a:pt x="15916" y="2817"/>
                  </a:cubicBezTo>
                  <a:cubicBezTo>
                    <a:pt x="16484" y="2254"/>
                    <a:pt x="17432" y="2254"/>
                    <a:pt x="18000" y="2817"/>
                  </a:cubicBezTo>
                  <a:cubicBezTo>
                    <a:pt x="18947" y="3757"/>
                    <a:pt x="18947" y="3757"/>
                    <a:pt x="18947" y="3757"/>
                  </a:cubicBezTo>
                  <a:cubicBezTo>
                    <a:pt x="19137" y="3944"/>
                    <a:pt x="19326" y="4320"/>
                    <a:pt x="19326" y="4696"/>
                  </a:cubicBezTo>
                  <a:cubicBezTo>
                    <a:pt x="19326" y="5071"/>
                    <a:pt x="19137" y="5447"/>
                    <a:pt x="18947" y="5823"/>
                  </a:cubicBezTo>
                  <a:cubicBezTo>
                    <a:pt x="18000" y="6762"/>
                    <a:pt x="18000" y="6762"/>
                    <a:pt x="18000" y="6762"/>
                  </a:cubicBezTo>
                  <a:cubicBezTo>
                    <a:pt x="18379" y="7325"/>
                    <a:pt x="18568" y="8077"/>
                    <a:pt x="18758" y="8640"/>
                  </a:cubicBezTo>
                  <a:cubicBezTo>
                    <a:pt x="20274" y="8640"/>
                    <a:pt x="20274" y="8640"/>
                    <a:pt x="20274" y="8640"/>
                  </a:cubicBezTo>
                  <a:cubicBezTo>
                    <a:pt x="21032" y="8640"/>
                    <a:pt x="21600" y="9391"/>
                    <a:pt x="21600" y="10143"/>
                  </a:cubicBezTo>
                  <a:cubicBezTo>
                    <a:pt x="21600" y="11457"/>
                    <a:pt x="21600" y="11457"/>
                    <a:pt x="21600" y="11457"/>
                  </a:cubicBezTo>
                  <a:cubicBezTo>
                    <a:pt x="21600" y="12209"/>
                    <a:pt x="21032" y="12960"/>
                    <a:pt x="20084" y="12960"/>
                  </a:cubicBezTo>
                  <a:cubicBezTo>
                    <a:pt x="20084" y="12960"/>
                    <a:pt x="20084" y="12960"/>
                    <a:pt x="20084" y="12960"/>
                  </a:cubicBezTo>
                  <a:cubicBezTo>
                    <a:pt x="18758" y="12960"/>
                    <a:pt x="18758" y="12960"/>
                    <a:pt x="18758" y="12960"/>
                  </a:cubicBezTo>
                  <a:cubicBezTo>
                    <a:pt x="18568" y="13711"/>
                    <a:pt x="18379" y="14275"/>
                    <a:pt x="18000" y="14838"/>
                  </a:cubicBezTo>
                  <a:cubicBezTo>
                    <a:pt x="18947" y="15965"/>
                    <a:pt x="18947" y="15965"/>
                    <a:pt x="18947" y="15965"/>
                  </a:cubicBezTo>
                  <a:cubicBezTo>
                    <a:pt x="19516" y="16529"/>
                    <a:pt x="19516" y="17468"/>
                    <a:pt x="18947" y="18031"/>
                  </a:cubicBezTo>
                  <a:cubicBezTo>
                    <a:pt x="18000" y="18783"/>
                    <a:pt x="18000" y="18783"/>
                    <a:pt x="18000" y="18783"/>
                  </a:cubicBezTo>
                  <a:cubicBezTo>
                    <a:pt x="17432" y="19346"/>
                    <a:pt x="16484" y="19346"/>
                    <a:pt x="15916" y="18783"/>
                  </a:cubicBezTo>
                  <a:cubicBezTo>
                    <a:pt x="14968" y="17843"/>
                    <a:pt x="14968" y="17843"/>
                    <a:pt x="14968" y="17843"/>
                  </a:cubicBezTo>
                  <a:cubicBezTo>
                    <a:pt x="14211" y="18219"/>
                    <a:pt x="13642" y="18595"/>
                    <a:pt x="12884" y="18783"/>
                  </a:cubicBezTo>
                  <a:cubicBezTo>
                    <a:pt x="12884" y="20097"/>
                    <a:pt x="12884" y="20097"/>
                    <a:pt x="12884" y="20097"/>
                  </a:cubicBezTo>
                  <a:cubicBezTo>
                    <a:pt x="12884" y="20849"/>
                    <a:pt x="12316" y="21600"/>
                    <a:pt x="11368" y="21600"/>
                  </a:cubicBezTo>
                  <a:close/>
                  <a:moveTo>
                    <a:pt x="6632" y="16904"/>
                  </a:moveTo>
                  <a:cubicBezTo>
                    <a:pt x="6821" y="17092"/>
                    <a:pt x="6821" y="17092"/>
                    <a:pt x="6821" y="17092"/>
                  </a:cubicBezTo>
                  <a:cubicBezTo>
                    <a:pt x="7579" y="17468"/>
                    <a:pt x="8337" y="17843"/>
                    <a:pt x="9095" y="18031"/>
                  </a:cubicBezTo>
                  <a:cubicBezTo>
                    <a:pt x="9474" y="18031"/>
                    <a:pt x="9474" y="18031"/>
                    <a:pt x="9474" y="18031"/>
                  </a:cubicBezTo>
                  <a:cubicBezTo>
                    <a:pt x="9474" y="20097"/>
                    <a:pt x="9474" y="20097"/>
                    <a:pt x="9474" y="20097"/>
                  </a:cubicBezTo>
                  <a:cubicBezTo>
                    <a:pt x="9474" y="20473"/>
                    <a:pt x="9663" y="20849"/>
                    <a:pt x="10232" y="20849"/>
                  </a:cubicBezTo>
                  <a:cubicBezTo>
                    <a:pt x="11368" y="20849"/>
                    <a:pt x="11368" y="20849"/>
                    <a:pt x="11368" y="20849"/>
                  </a:cubicBezTo>
                  <a:cubicBezTo>
                    <a:pt x="11368" y="21224"/>
                    <a:pt x="11368" y="21224"/>
                    <a:pt x="11368" y="21224"/>
                  </a:cubicBezTo>
                  <a:cubicBezTo>
                    <a:pt x="11368" y="20849"/>
                    <a:pt x="11368" y="20849"/>
                    <a:pt x="11368" y="20849"/>
                  </a:cubicBezTo>
                  <a:cubicBezTo>
                    <a:pt x="11747" y="20849"/>
                    <a:pt x="12126" y="20473"/>
                    <a:pt x="12126" y="20097"/>
                  </a:cubicBezTo>
                  <a:cubicBezTo>
                    <a:pt x="12126" y="18031"/>
                    <a:pt x="12126" y="18031"/>
                    <a:pt x="12126" y="18031"/>
                  </a:cubicBezTo>
                  <a:cubicBezTo>
                    <a:pt x="12505" y="18031"/>
                    <a:pt x="12505" y="18031"/>
                    <a:pt x="12505" y="18031"/>
                  </a:cubicBezTo>
                  <a:cubicBezTo>
                    <a:pt x="13263" y="17843"/>
                    <a:pt x="14021" y="17468"/>
                    <a:pt x="14779" y="17092"/>
                  </a:cubicBezTo>
                  <a:cubicBezTo>
                    <a:pt x="14968" y="16904"/>
                    <a:pt x="14968" y="16904"/>
                    <a:pt x="14968" y="16904"/>
                  </a:cubicBezTo>
                  <a:cubicBezTo>
                    <a:pt x="16484" y="18407"/>
                    <a:pt x="16484" y="18407"/>
                    <a:pt x="16484" y="18407"/>
                  </a:cubicBezTo>
                  <a:cubicBezTo>
                    <a:pt x="16674" y="18595"/>
                    <a:pt x="17242" y="18595"/>
                    <a:pt x="17432" y="18407"/>
                  </a:cubicBezTo>
                  <a:cubicBezTo>
                    <a:pt x="18379" y="17468"/>
                    <a:pt x="18379" y="17468"/>
                    <a:pt x="18379" y="17468"/>
                  </a:cubicBezTo>
                  <a:cubicBezTo>
                    <a:pt x="18568" y="17092"/>
                    <a:pt x="18758" y="16717"/>
                    <a:pt x="18379" y="16529"/>
                  </a:cubicBezTo>
                  <a:cubicBezTo>
                    <a:pt x="17053" y="15026"/>
                    <a:pt x="17053" y="15026"/>
                    <a:pt x="17053" y="15026"/>
                  </a:cubicBezTo>
                  <a:cubicBezTo>
                    <a:pt x="17053" y="14838"/>
                    <a:pt x="17053" y="14838"/>
                    <a:pt x="17053" y="14838"/>
                  </a:cubicBezTo>
                  <a:cubicBezTo>
                    <a:pt x="17621" y="14087"/>
                    <a:pt x="18000" y="13336"/>
                    <a:pt x="18189" y="12397"/>
                  </a:cubicBezTo>
                  <a:cubicBezTo>
                    <a:pt x="18189" y="12209"/>
                    <a:pt x="18189" y="12209"/>
                    <a:pt x="18189" y="12209"/>
                  </a:cubicBezTo>
                  <a:cubicBezTo>
                    <a:pt x="20084" y="12209"/>
                    <a:pt x="20084" y="12209"/>
                    <a:pt x="20084" y="12209"/>
                  </a:cubicBezTo>
                  <a:cubicBezTo>
                    <a:pt x="20653" y="12209"/>
                    <a:pt x="20842" y="11833"/>
                    <a:pt x="20842" y="11457"/>
                  </a:cubicBezTo>
                  <a:cubicBezTo>
                    <a:pt x="20842" y="10143"/>
                    <a:pt x="20842" y="10143"/>
                    <a:pt x="20842" y="10143"/>
                  </a:cubicBezTo>
                  <a:cubicBezTo>
                    <a:pt x="20842" y="9767"/>
                    <a:pt x="20653" y="9391"/>
                    <a:pt x="20084" y="9391"/>
                  </a:cubicBezTo>
                  <a:cubicBezTo>
                    <a:pt x="18189" y="9391"/>
                    <a:pt x="18189" y="9391"/>
                    <a:pt x="18189" y="9391"/>
                  </a:cubicBezTo>
                  <a:cubicBezTo>
                    <a:pt x="18189" y="9203"/>
                    <a:pt x="18189" y="9203"/>
                    <a:pt x="18189" y="9203"/>
                  </a:cubicBezTo>
                  <a:cubicBezTo>
                    <a:pt x="18000" y="8452"/>
                    <a:pt x="17621" y="7513"/>
                    <a:pt x="17053" y="6950"/>
                  </a:cubicBezTo>
                  <a:cubicBezTo>
                    <a:pt x="17053" y="6574"/>
                    <a:pt x="17053" y="6574"/>
                    <a:pt x="17053" y="6574"/>
                  </a:cubicBezTo>
                  <a:cubicBezTo>
                    <a:pt x="18379" y="5259"/>
                    <a:pt x="18379" y="5259"/>
                    <a:pt x="18379" y="5259"/>
                  </a:cubicBezTo>
                  <a:cubicBezTo>
                    <a:pt x="18568" y="5071"/>
                    <a:pt x="18568" y="4883"/>
                    <a:pt x="18568" y="4696"/>
                  </a:cubicBezTo>
                  <a:cubicBezTo>
                    <a:pt x="18568" y="4508"/>
                    <a:pt x="18568" y="4320"/>
                    <a:pt x="18379" y="4132"/>
                  </a:cubicBezTo>
                  <a:cubicBezTo>
                    <a:pt x="17432" y="3381"/>
                    <a:pt x="17432" y="3381"/>
                    <a:pt x="17432" y="3381"/>
                  </a:cubicBezTo>
                  <a:cubicBezTo>
                    <a:pt x="17242" y="3005"/>
                    <a:pt x="16674" y="3005"/>
                    <a:pt x="16484" y="3381"/>
                  </a:cubicBezTo>
                  <a:cubicBezTo>
                    <a:pt x="14968" y="4696"/>
                    <a:pt x="14968" y="4696"/>
                    <a:pt x="14968" y="4696"/>
                  </a:cubicBezTo>
                  <a:cubicBezTo>
                    <a:pt x="14779" y="4508"/>
                    <a:pt x="14779" y="4508"/>
                    <a:pt x="14779" y="4508"/>
                  </a:cubicBezTo>
                  <a:cubicBezTo>
                    <a:pt x="14021" y="4132"/>
                    <a:pt x="13263" y="3757"/>
                    <a:pt x="12505" y="3569"/>
                  </a:cubicBezTo>
                  <a:cubicBezTo>
                    <a:pt x="12126" y="3569"/>
                    <a:pt x="12126" y="3569"/>
                    <a:pt x="12126" y="3569"/>
                  </a:cubicBezTo>
                  <a:cubicBezTo>
                    <a:pt x="12126" y="1503"/>
                    <a:pt x="12126" y="1503"/>
                    <a:pt x="12126" y="1503"/>
                  </a:cubicBezTo>
                  <a:cubicBezTo>
                    <a:pt x="12126" y="1127"/>
                    <a:pt x="11937" y="751"/>
                    <a:pt x="11368" y="751"/>
                  </a:cubicBezTo>
                  <a:cubicBezTo>
                    <a:pt x="10232" y="751"/>
                    <a:pt x="10232" y="751"/>
                    <a:pt x="10232" y="751"/>
                  </a:cubicBezTo>
                  <a:cubicBezTo>
                    <a:pt x="9853" y="751"/>
                    <a:pt x="9474" y="1127"/>
                    <a:pt x="9474" y="1503"/>
                  </a:cubicBezTo>
                  <a:cubicBezTo>
                    <a:pt x="9474" y="3569"/>
                    <a:pt x="9474" y="3569"/>
                    <a:pt x="9474" y="3569"/>
                  </a:cubicBezTo>
                  <a:cubicBezTo>
                    <a:pt x="9095" y="3569"/>
                    <a:pt x="9095" y="3569"/>
                    <a:pt x="9095" y="3569"/>
                  </a:cubicBezTo>
                  <a:cubicBezTo>
                    <a:pt x="8337" y="3757"/>
                    <a:pt x="7579" y="4132"/>
                    <a:pt x="6821" y="4508"/>
                  </a:cubicBezTo>
                  <a:cubicBezTo>
                    <a:pt x="6632" y="4696"/>
                    <a:pt x="6632" y="4696"/>
                    <a:pt x="6632" y="4696"/>
                  </a:cubicBezTo>
                  <a:cubicBezTo>
                    <a:pt x="5116" y="3193"/>
                    <a:pt x="5116" y="3193"/>
                    <a:pt x="5116" y="3193"/>
                  </a:cubicBezTo>
                  <a:cubicBezTo>
                    <a:pt x="4926" y="3005"/>
                    <a:pt x="4358" y="3005"/>
                    <a:pt x="4168" y="3193"/>
                  </a:cubicBezTo>
                  <a:cubicBezTo>
                    <a:pt x="3221" y="4132"/>
                    <a:pt x="3221" y="4132"/>
                    <a:pt x="3221" y="4132"/>
                  </a:cubicBezTo>
                  <a:cubicBezTo>
                    <a:pt x="3032" y="4508"/>
                    <a:pt x="3032" y="4883"/>
                    <a:pt x="3221" y="5259"/>
                  </a:cubicBezTo>
                  <a:cubicBezTo>
                    <a:pt x="4737" y="6574"/>
                    <a:pt x="4737" y="6574"/>
                    <a:pt x="4737" y="6574"/>
                  </a:cubicBezTo>
                  <a:cubicBezTo>
                    <a:pt x="4547" y="6762"/>
                    <a:pt x="4547" y="6762"/>
                    <a:pt x="4547" y="6762"/>
                  </a:cubicBezTo>
                  <a:cubicBezTo>
                    <a:pt x="3979" y="7513"/>
                    <a:pt x="3789" y="8264"/>
                    <a:pt x="3600" y="9203"/>
                  </a:cubicBezTo>
                  <a:cubicBezTo>
                    <a:pt x="3411" y="9391"/>
                    <a:pt x="3411" y="9391"/>
                    <a:pt x="3411" y="9391"/>
                  </a:cubicBezTo>
                  <a:cubicBezTo>
                    <a:pt x="1516" y="9391"/>
                    <a:pt x="1516" y="9391"/>
                    <a:pt x="1516" y="9391"/>
                  </a:cubicBezTo>
                  <a:cubicBezTo>
                    <a:pt x="1137" y="9391"/>
                    <a:pt x="758" y="9767"/>
                    <a:pt x="758" y="10143"/>
                  </a:cubicBezTo>
                  <a:cubicBezTo>
                    <a:pt x="758" y="11457"/>
                    <a:pt x="758" y="11457"/>
                    <a:pt x="758" y="11457"/>
                  </a:cubicBezTo>
                  <a:cubicBezTo>
                    <a:pt x="758" y="11833"/>
                    <a:pt x="1137" y="12209"/>
                    <a:pt x="1516" y="12209"/>
                  </a:cubicBezTo>
                  <a:cubicBezTo>
                    <a:pt x="3411" y="12209"/>
                    <a:pt x="3411" y="12209"/>
                    <a:pt x="3411" y="12209"/>
                  </a:cubicBezTo>
                  <a:cubicBezTo>
                    <a:pt x="3600" y="12397"/>
                    <a:pt x="3600" y="12397"/>
                    <a:pt x="3600" y="12397"/>
                  </a:cubicBezTo>
                  <a:cubicBezTo>
                    <a:pt x="3789" y="13148"/>
                    <a:pt x="3979" y="14087"/>
                    <a:pt x="4547" y="14650"/>
                  </a:cubicBezTo>
                  <a:cubicBezTo>
                    <a:pt x="4547" y="15026"/>
                    <a:pt x="4547" y="15026"/>
                    <a:pt x="4547" y="15026"/>
                  </a:cubicBezTo>
                  <a:cubicBezTo>
                    <a:pt x="3221" y="16341"/>
                    <a:pt x="3221" y="16341"/>
                    <a:pt x="3221" y="16341"/>
                  </a:cubicBezTo>
                  <a:cubicBezTo>
                    <a:pt x="3032" y="16529"/>
                    <a:pt x="3032" y="16717"/>
                    <a:pt x="3032" y="16904"/>
                  </a:cubicBezTo>
                  <a:cubicBezTo>
                    <a:pt x="3032" y="17092"/>
                    <a:pt x="3032" y="17280"/>
                    <a:pt x="3221" y="17468"/>
                  </a:cubicBezTo>
                  <a:cubicBezTo>
                    <a:pt x="4168" y="18219"/>
                    <a:pt x="4168" y="18219"/>
                    <a:pt x="4168" y="18219"/>
                  </a:cubicBezTo>
                  <a:cubicBezTo>
                    <a:pt x="4358" y="18595"/>
                    <a:pt x="4926" y="18595"/>
                    <a:pt x="5116" y="18219"/>
                  </a:cubicBezTo>
                  <a:lnTo>
                    <a:pt x="6632" y="16904"/>
                  </a:lnTo>
                  <a:close/>
                  <a:moveTo>
                    <a:pt x="10800" y="14650"/>
                  </a:moveTo>
                  <a:cubicBezTo>
                    <a:pt x="8716" y="14650"/>
                    <a:pt x="7011" y="12960"/>
                    <a:pt x="7011" y="10894"/>
                  </a:cubicBezTo>
                  <a:cubicBezTo>
                    <a:pt x="7011" y="8640"/>
                    <a:pt x="8716" y="6950"/>
                    <a:pt x="10800" y="6950"/>
                  </a:cubicBezTo>
                  <a:cubicBezTo>
                    <a:pt x="12884" y="6950"/>
                    <a:pt x="14779" y="8640"/>
                    <a:pt x="14779" y="10894"/>
                  </a:cubicBezTo>
                  <a:cubicBezTo>
                    <a:pt x="14779" y="12960"/>
                    <a:pt x="12884" y="14650"/>
                    <a:pt x="10800" y="14650"/>
                  </a:cubicBezTo>
                  <a:close/>
                  <a:moveTo>
                    <a:pt x="10800" y="7701"/>
                  </a:moveTo>
                  <a:cubicBezTo>
                    <a:pt x="9095" y="7701"/>
                    <a:pt x="7768" y="9203"/>
                    <a:pt x="7768" y="10894"/>
                  </a:cubicBezTo>
                  <a:cubicBezTo>
                    <a:pt x="7768" y="12584"/>
                    <a:pt x="9095" y="13899"/>
                    <a:pt x="10800" y="13899"/>
                  </a:cubicBezTo>
                  <a:cubicBezTo>
                    <a:pt x="12505" y="13899"/>
                    <a:pt x="14021" y="12584"/>
                    <a:pt x="14021" y="10894"/>
                  </a:cubicBezTo>
                  <a:cubicBezTo>
                    <a:pt x="14021" y="9203"/>
                    <a:pt x="12505" y="7701"/>
                    <a:pt x="10800" y="7701"/>
                  </a:cubicBezTo>
                  <a:close/>
                </a:path>
              </a:pathLst>
            </a:custGeom>
            <a:solidFill>
              <a:srgbClr val="414042"/>
            </a:solidFill>
            <a:ln w="12700" cap="flat">
              <a:noFill/>
              <a:miter lim="400000"/>
            </a:ln>
            <a:effectLst/>
          </p:spPr>
          <p:txBody>
            <a:bodyPr wrap="square" lIns="45719" tIns="45719" rIns="45719" bIns="45719" numCol="1" anchor="t">
              <a:noAutofit/>
            </a:bodyPr>
            <a:lstStyle/>
            <a:p>
              <a:pPr/>
            </a:p>
          </p:txBody>
        </p:sp>
        <p:sp>
          <p:nvSpPr>
            <p:cNvPr id="543" name="Freeform 102"/>
            <p:cNvSpPr/>
            <p:nvPr/>
          </p:nvSpPr>
          <p:spPr>
            <a:xfrm>
              <a:off x="-1" y="0"/>
              <a:ext cx="958949" cy="1030053"/>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1270" y="21600"/>
                  </a:moveTo>
                  <a:cubicBezTo>
                    <a:pt x="10096" y="21600"/>
                    <a:pt x="10096" y="21600"/>
                    <a:pt x="10096" y="21600"/>
                  </a:cubicBezTo>
                  <a:cubicBezTo>
                    <a:pt x="9157" y="21600"/>
                    <a:pt x="8452" y="20896"/>
                    <a:pt x="8452" y="20191"/>
                  </a:cubicBezTo>
                  <a:cubicBezTo>
                    <a:pt x="8452" y="18783"/>
                    <a:pt x="8452" y="18783"/>
                    <a:pt x="8452" y="18783"/>
                  </a:cubicBezTo>
                  <a:cubicBezTo>
                    <a:pt x="7983" y="18548"/>
                    <a:pt x="7278" y="18313"/>
                    <a:pt x="6574" y="18078"/>
                  </a:cubicBezTo>
                  <a:cubicBezTo>
                    <a:pt x="5635" y="19017"/>
                    <a:pt x="5635" y="19017"/>
                    <a:pt x="5635" y="19017"/>
                  </a:cubicBezTo>
                  <a:cubicBezTo>
                    <a:pt x="5165" y="19487"/>
                    <a:pt x="3991" y="19487"/>
                    <a:pt x="3522" y="18783"/>
                  </a:cubicBezTo>
                  <a:cubicBezTo>
                    <a:pt x="2583" y="18078"/>
                    <a:pt x="2583" y="18078"/>
                    <a:pt x="2583" y="18078"/>
                  </a:cubicBezTo>
                  <a:cubicBezTo>
                    <a:pt x="2348" y="17609"/>
                    <a:pt x="2113" y="17374"/>
                    <a:pt x="2113" y="16904"/>
                  </a:cubicBezTo>
                  <a:cubicBezTo>
                    <a:pt x="2113" y="16435"/>
                    <a:pt x="2348" y="16200"/>
                    <a:pt x="2583" y="15730"/>
                  </a:cubicBezTo>
                  <a:cubicBezTo>
                    <a:pt x="3522" y="14791"/>
                    <a:pt x="3522" y="14791"/>
                    <a:pt x="3522" y="14791"/>
                  </a:cubicBezTo>
                  <a:cubicBezTo>
                    <a:pt x="3287" y="14322"/>
                    <a:pt x="3052" y="13617"/>
                    <a:pt x="2817" y="12913"/>
                  </a:cubicBezTo>
                  <a:cubicBezTo>
                    <a:pt x="1409" y="12913"/>
                    <a:pt x="1409" y="12913"/>
                    <a:pt x="1409" y="12913"/>
                  </a:cubicBezTo>
                  <a:cubicBezTo>
                    <a:pt x="939" y="12913"/>
                    <a:pt x="704" y="12913"/>
                    <a:pt x="470" y="12443"/>
                  </a:cubicBezTo>
                  <a:cubicBezTo>
                    <a:pt x="0" y="12209"/>
                    <a:pt x="0" y="11739"/>
                    <a:pt x="0" y="11504"/>
                  </a:cubicBezTo>
                  <a:cubicBezTo>
                    <a:pt x="0" y="10096"/>
                    <a:pt x="0" y="10096"/>
                    <a:pt x="0" y="10096"/>
                  </a:cubicBezTo>
                  <a:cubicBezTo>
                    <a:pt x="0" y="9391"/>
                    <a:pt x="704" y="8687"/>
                    <a:pt x="1409" y="8687"/>
                  </a:cubicBezTo>
                  <a:cubicBezTo>
                    <a:pt x="2817" y="8687"/>
                    <a:pt x="2817" y="8687"/>
                    <a:pt x="2817" y="8687"/>
                  </a:cubicBezTo>
                  <a:cubicBezTo>
                    <a:pt x="3052" y="7983"/>
                    <a:pt x="3287" y="7278"/>
                    <a:pt x="3522" y="6809"/>
                  </a:cubicBezTo>
                  <a:cubicBezTo>
                    <a:pt x="2583" y="5870"/>
                    <a:pt x="2583" y="5870"/>
                    <a:pt x="2583" y="5870"/>
                  </a:cubicBezTo>
                  <a:cubicBezTo>
                    <a:pt x="2113" y="5165"/>
                    <a:pt x="2113" y="4226"/>
                    <a:pt x="2583" y="3522"/>
                  </a:cubicBezTo>
                  <a:cubicBezTo>
                    <a:pt x="3522" y="2583"/>
                    <a:pt x="3522" y="2583"/>
                    <a:pt x="3522" y="2583"/>
                  </a:cubicBezTo>
                  <a:cubicBezTo>
                    <a:pt x="4226" y="2113"/>
                    <a:pt x="5165" y="2113"/>
                    <a:pt x="5870" y="2583"/>
                  </a:cubicBezTo>
                  <a:cubicBezTo>
                    <a:pt x="6809" y="3522"/>
                    <a:pt x="6809" y="3522"/>
                    <a:pt x="6809" y="3522"/>
                  </a:cubicBezTo>
                  <a:cubicBezTo>
                    <a:pt x="7278" y="3287"/>
                    <a:pt x="7983" y="3052"/>
                    <a:pt x="8452" y="2817"/>
                  </a:cubicBezTo>
                  <a:cubicBezTo>
                    <a:pt x="8452" y="1643"/>
                    <a:pt x="8452" y="1643"/>
                    <a:pt x="8452" y="1643"/>
                  </a:cubicBezTo>
                  <a:cubicBezTo>
                    <a:pt x="8452" y="704"/>
                    <a:pt x="9157" y="0"/>
                    <a:pt x="10096" y="0"/>
                  </a:cubicBezTo>
                  <a:cubicBezTo>
                    <a:pt x="11270" y="0"/>
                    <a:pt x="11270" y="0"/>
                    <a:pt x="11270" y="0"/>
                  </a:cubicBezTo>
                  <a:cubicBezTo>
                    <a:pt x="12209" y="0"/>
                    <a:pt x="12913" y="704"/>
                    <a:pt x="12913" y="1643"/>
                  </a:cubicBezTo>
                  <a:cubicBezTo>
                    <a:pt x="12913" y="2817"/>
                    <a:pt x="12913" y="2817"/>
                    <a:pt x="12913" y="2817"/>
                  </a:cubicBezTo>
                  <a:cubicBezTo>
                    <a:pt x="13617" y="3052"/>
                    <a:pt x="14322" y="3287"/>
                    <a:pt x="14791" y="3522"/>
                  </a:cubicBezTo>
                  <a:cubicBezTo>
                    <a:pt x="15730" y="2583"/>
                    <a:pt x="15730" y="2583"/>
                    <a:pt x="15730" y="2583"/>
                  </a:cubicBezTo>
                  <a:cubicBezTo>
                    <a:pt x="16435" y="2113"/>
                    <a:pt x="17374" y="2113"/>
                    <a:pt x="18078" y="2583"/>
                  </a:cubicBezTo>
                  <a:cubicBezTo>
                    <a:pt x="18783" y="3522"/>
                    <a:pt x="18783" y="3522"/>
                    <a:pt x="18783" y="3522"/>
                  </a:cubicBezTo>
                  <a:cubicBezTo>
                    <a:pt x="19252" y="3991"/>
                    <a:pt x="19252" y="4226"/>
                    <a:pt x="19252" y="4696"/>
                  </a:cubicBezTo>
                  <a:cubicBezTo>
                    <a:pt x="19252" y="5165"/>
                    <a:pt x="19252" y="5400"/>
                    <a:pt x="18783" y="5870"/>
                  </a:cubicBezTo>
                  <a:cubicBezTo>
                    <a:pt x="17843" y="6809"/>
                    <a:pt x="17843" y="6809"/>
                    <a:pt x="17843" y="6809"/>
                  </a:cubicBezTo>
                  <a:cubicBezTo>
                    <a:pt x="18313" y="7278"/>
                    <a:pt x="18548" y="7983"/>
                    <a:pt x="18783" y="8687"/>
                  </a:cubicBezTo>
                  <a:cubicBezTo>
                    <a:pt x="19957" y="8687"/>
                    <a:pt x="19957" y="8687"/>
                    <a:pt x="19957" y="8687"/>
                  </a:cubicBezTo>
                  <a:cubicBezTo>
                    <a:pt x="20896" y="8687"/>
                    <a:pt x="21600" y="9391"/>
                    <a:pt x="21600" y="10096"/>
                  </a:cubicBezTo>
                  <a:cubicBezTo>
                    <a:pt x="21600" y="11504"/>
                    <a:pt x="21600" y="11504"/>
                    <a:pt x="21600" y="11504"/>
                  </a:cubicBezTo>
                  <a:cubicBezTo>
                    <a:pt x="21600" y="12209"/>
                    <a:pt x="20896" y="12913"/>
                    <a:pt x="19957" y="12913"/>
                  </a:cubicBezTo>
                  <a:cubicBezTo>
                    <a:pt x="19957" y="12913"/>
                    <a:pt x="19957" y="12913"/>
                    <a:pt x="19957" y="12913"/>
                  </a:cubicBezTo>
                  <a:cubicBezTo>
                    <a:pt x="18783" y="12913"/>
                    <a:pt x="18783" y="12913"/>
                    <a:pt x="18783" y="12913"/>
                  </a:cubicBezTo>
                  <a:cubicBezTo>
                    <a:pt x="18548" y="13617"/>
                    <a:pt x="18313" y="14322"/>
                    <a:pt x="17843" y="14791"/>
                  </a:cubicBezTo>
                  <a:cubicBezTo>
                    <a:pt x="18783" y="15730"/>
                    <a:pt x="18783" y="15730"/>
                    <a:pt x="18783" y="15730"/>
                  </a:cubicBezTo>
                  <a:cubicBezTo>
                    <a:pt x="19252" y="16200"/>
                    <a:pt x="19252" y="16435"/>
                    <a:pt x="19252" y="16904"/>
                  </a:cubicBezTo>
                  <a:cubicBezTo>
                    <a:pt x="19252" y="17374"/>
                    <a:pt x="19252" y="17843"/>
                    <a:pt x="18783" y="18078"/>
                  </a:cubicBezTo>
                  <a:cubicBezTo>
                    <a:pt x="17843" y="19017"/>
                    <a:pt x="17843" y="19017"/>
                    <a:pt x="17843" y="19017"/>
                  </a:cubicBezTo>
                  <a:cubicBezTo>
                    <a:pt x="17374" y="19487"/>
                    <a:pt x="16435" y="19487"/>
                    <a:pt x="15730" y="19017"/>
                  </a:cubicBezTo>
                  <a:cubicBezTo>
                    <a:pt x="14791" y="18078"/>
                    <a:pt x="14791" y="18078"/>
                    <a:pt x="14791" y="18078"/>
                  </a:cubicBezTo>
                  <a:cubicBezTo>
                    <a:pt x="14322" y="18313"/>
                    <a:pt x="13617" y="18548"/>
                    <a:pt x="12913" y="18783"/>
                  </a:cubicBezTo>
                  <a:cubicBezTo>
                    <a:pt x="12913" y="20191"/>
                    <a:pt x="12913" y="20191"/>
                    <a:pt x="12913" y="20191"/>
                  </a:cubicBezTo>
                  <a:cubicBezTo>
                    <a:pt x="12913" y="20896"/>
                    <a:pt x="12209" y="21600"/>
                    <a:pt x="11270" y="21600"/>
                  </a:cubicBezTo>
                  <a:close/>
                  <a:moveTo>
                    <a:pt x="6574" y="16670"/>
                  </a:moveTo>
                  <a:cubicBezTo>
                    <a:pt x="6809" y="16904"/>
                    <a:pt x="6809" y="16904"/>
                    <a:pt x="6809" y="16904"/>
                  </a:cubicBezTo>
                  <a:cubicBezTo>
                    <a:pt x="7513" y="17374"/>
                    <a:pt x="8217" y="17843"/>
                    <a:pt x="9157" y="17843"/>
                  </a:cubicBezTo>
                  <a:cubicBezTo>
                    <a:pt x="9391" y="18078"/>
                    <a:pt x="9391" y="18078"/>
                    <a:pt x="9391" y="18078"/>
                  </a:cubicBezTo>
                  <a:cubicBezTo>
                    <a:pt x="9391" y="20191"/>
                    <a:pt x="9391" y="20191"/>
                    <a:pt x="9391" y="20191"/>
                  </a:cubicBezTo>
                  <a:cubicBezTo>
                    <a:pt x="9391" y="20426"/>
                    <a:pt x="9861" y="20661"/>
                    <a:pt x="10096" y="20661"/>
                  </a:cubicBezTo>
                  <a:cubicBezTo>
                    <a:pt x="11270" y="20661"/>
                    <a:pt x="11270" y="20661"/>
                    <a:pt x="11270" y="20661"/>
                  </a:cubicBezTo>
                  <a:cubicBezTo>
                    <a:pt x="11270" y="21130"/>
                    <a:pt x="11270" y="21130"/>
                    <a:pt x="11270" y="21130"/>
                  </a:cubicBezTo>
                  <a:cubicBezTo>
                    <a:pt x="11270" y="20661"/>
                    <a:pt x="11270" y="20661"/>
                    <a:pt x="11270" y="20661"/>
                  </a:cubicBezTo>
                  <a:cubicBezTo>
                    <a:pt x="11739" y="20661"/>
                    <a:pt x="11974" y="20426"/>
                    <a:pt x="11974" y="20191"/>
                  </a:cubicBezTo>
                  <a:cubicBezTo>
                    <a:pt x="11974" y="18078"/>
                    <a:pt x="11974" y="18078"/>
                    <a:pt x="11974" y="18078"/>
                  </a:cubicBezTo>
                  <a:cubicBezTo>
                    <a:pt x="12443" y="17843"/>
                    <a:pt x="12443" y="17843"/>
                    <a:pt x="12443" y="17843"/>
                  </a:cubicBezTo>
                  <a:cubicBezTo>
                    <a:pt x="13148" y="17843"/>
                    <a:pt x="13852" y="17374"/>
                    <a:pt x="14557" y="16904"/>
                  </a:cubicBezTo>
                  <a:cubicBezTo>
                    <a:pt x="15026" y="16904"/>
                    <a:pt x="15026" y="16904"/>
                    <a:pt x="15026" y="16904"/>
                  </a:cubicBezTo>
                  <a:cubicBezTo>
                    <a:pt x="16435" y="18313"/>
                    <a:pt x="16435" y="18313"/>
                    <a:pt x="16435" y="18313"/>
                  </a:cubicBezTo>
                  <a:cubicBezTo>
                    <a:pt x="16670" y="18548"/>
                    <a:pt x="17139" y="18548"/>
                    <a:pt x="17374" y="18313"/>
                  </a:cubicBezTo>
                  <a:cubicBezTo>
                    <a:pt x="18078" y="17374"/>
                    <a:pt x="18078" y="17374"/>
                    <a:pt x="18078" y="17374"/>
                  </a:cubicBezTo>
                  <a:cubicBezTo>
                    <a:pt x="18313" y="17374"/>
                    <a:pt x="18313" y="17139"/>
                    <a:pt x="18313" y="16904"/>
                  </a:cubicBezTo>
                  <a:cubicBezTo>
                    <a:pt x="18313" y="16670"/>
                    <a:pt x="18313" y="16670"/>
                    <a:pt x="18078" y="16435"/>
                  </a:cubicBezTo>
                  <a:cubicBezTo>
                    <a:pt x="16670" y="15026"/>
                    <a:pt x="16670" y="15026"/>
                    <a:pt x="16670" y="15026"/>
                  </a:cubicBezTo>
                  <a:cubicBezTo>
                    <a:pt x="16904" y="14791"/>
                    <a:pt x="16904" y="14791"/>
                    <a:pt x="16904" y="14791"/>
                  </a:cubicBezTo>
                  <a:cubicBezTo>
                    <a:pt x="17374" y="14087"/>
                    <a:pt x="17609" y="13148"/>
                    <a:pt x="17843" y="12443"/>
                  </a:cubicBezTo>
                  <a:cubicBezTo>
                    <a:pt x="18078" y="11974"/>
                    <a:pt x="18078" y="11974"/>
                    <a:pt x="18078" y="11974"/>
                  </a:cubicBezTo>
                  <a:cubicBezTo>
                    <a:pt x="19957" y="11974"/>
                    <a:pt x="19957" y="11974"/>
                    <a:pt x="19957" y="11974"/>
                  </a:cubicBezTo>
                  <a:cubicBezTo>
                    <a:pt x="20426" y="11974"/>
                    <a:pt x="20661" y="11739"/>
                    <a:pt x="20661" y="11504"/>
                  </a:cubicBezTo>
                  <a:cubicBezTo>
                    <a:pt x="20661" y="10096"/>
                    <a:pt x="20661" y="10096"/>
                    <a:pt x="20661" y="10096"/>
                  </a:cubicBezTo>
                  <a:cubicBezTo>
                    <a:pt x="20661" y="9861"/>
                    <a:pt x="20426" y="9626"/>
                    <a:pt x="19957" y="9626"/>
                  </a:cubicBezTo>
                  <a:cubicBezTo>
                    <a:pt x="18078" y="9626"/>
                    <a:pt x="18078" y="9626"/>
                    <a:pt x="18078" y="9626"/>
                  </a:cubicBezTo>
                  <a:cubicBezTo>
                    <a:pt x="17843" y="9157"/>
                    <a:pt x="17843" y="9157"/>
                    <a:pt x="17843" y="9157"/>
                  </a:cubicBezTo>
                  <a:cubicBezTo>
                    <a:pt x="17609" y="8452"/>
                    <a:pt x="17374" y="7513"/>
                    <a:pt x="16904" y="6809"/>
                  </a:cubicBezTo>
                  <a:cubicBezTo>
                    <a:pt x="16670" y="6574"/>
                    <a:pt x="16670" y="6574"/>
                    <a:pt x="16670" y="6574"/>
                  </a:cubicBezTo>
                  <a:cubicBezTo>
                    <a:pt x="18313" y="5165"/>
                    <a:pt x="18313" y="5165"/>
                    <a:pt x="18313" y="5165"/>
                  </a:cubicBezTo>
                  <a:cubicBezTo>
                    <a:pt x="18313" y="4930"/>
                    <a:pt x="18313" y="4930"/>
                    <a:pt x="18313" y="4696"/>
                  </a:cubicBezTo>
                  <a:cubicBezTo>
                    <a:pt x="18313" y="4461"/>
                    <a:pt x="18313" y="4461"/>
                    <a:pt x="18313" y="4226"/>
                  </a:cubicBezTo>
                  <a:cubicBezTo>
                    <a:pt x="17374" y="3287"/>
                    <a:pt x="17374" y="3287"/>
                    <a:pt x="17374" y="3287"/>
                  </a:cubicBezTo>
                  <a:cubicBezTo>
                    <a:pt x="17139" y="3052"/>
                    <a:pt x="16670" y="3052"/>
                    <a:pt x="16435" y="3287"/>
                  </a:cubicBezTo>
                  <a:cubicBezTo>
                    <a:pt x="15026" y="4930"/>
                    <a:pt x="15026" y="4930"/>
                    <a:pt x="15026" y="4930"/>
                  </a:cubicBezTo>
                  <a:cubicBezTo>
                    <a:pt x="14557" y="4696"/>
                    <a:pt x="14557" y="4696"/>
                    <a:pt x="14557" y="4696"/>
                  </a:cubicBezTo>
                  <a:cubicBezTo>
                    <a:pt x="13852" y="4226"/>
                    <a:pt x="13148" y="3757"/>
                    <a:pt x="12443" y="3757"/>
                  </a:cubicBezTo>
                  <a:cubicBezTo>
                    <a:pt x="11974" y="3522"/>
                    <a:pt x="11974" y="3522"/>
                    <a:pt x="11974" y="3522"/>
                  </a:cubicBezTo>
                  <a:cubicBezTo>
                    <a:pt x="11974" y="1643"/>
                    <a:pt x="11974" y="1643"/>
                    <a:pt x="11974" y="1643"/>
                  </a:cubicBezTo>
                  <a:cubicBezTo>
                    <a:pt x="11974" y="1174"/>
                    <a:pt x="11739" y="939"/>
                    <a:pt x="11270" y="939"/>
                  </a:cubicBezTo>
                  <a:cubicBezTo>
                    <a:pt x="10096" y="939"/>
                    <a:pt x="10096" y="939"/>
                    <a:pt x="10096" y="939"/>
                  </a:cubicBezTo>
                  <a:cubicBezTo>
                    <a:pt x="9861" y="939"/>
                    <a:pt x="9391" y="1174"/>
                    <a:pt x="9391" y="1643"/>
                  </a:cubicBezTo>
                  <a:cubicBezTo>
                    <a:pt x="9391" y="3522"/>
                    <a:pt x="9391" y="3522"/>
                    <a:pt x="9391" y="3522"/>
                  </a:cubicBezTo>
                  <a:cubicBezTo>
                    <a:pt x="9157" y="3757"/>
                    <a:pt x="9157" y="3757"/>
                    <a:pt x="9157" y="3757"/>
                  </a:cubicBezTo>
                  <a:cubicBezTo>
                    <a:pt x="8452" y="3757"/>
                    <a:pt x="7513" y="4226"/>
                    <a:pt x="6809" y="4696"/>
                  </a:cubicBezTo>
                  <a:cubicBezTo>
                    <a:pt x="6574" y="4696"/>
                    <a:pt x="6574" y="4696"/>
                    <a:pt x="6574" y="4696"/>
                  </a:cubicBezTo>
                  <a:cubicBezTo>
                    <a:pt x="5165" y="3287"/>
                    <a:pt x="5165" y="3287"/>
                    <a:pt x="5165" y="3287"/>
                  </a:cubicBezTo>
                  <a:cubicBezTo>
                    <a:pt x="4930" y="3052"/>
                    <a:pt x="4461" y="3052"/>
                    <a:pt x="4226" y="3287"/>
                  </a:cubicBezTo>
                  <a:cubicBezTo>
                    <a:pt x="3287" y="4226"/>
                    <a:pt x="3287" y="4226"/>
                    <a:pt x="3287" y="4226"/>
                  </a:cubicBezTo>
                  <a:cubicBezTo>
                    <a:pt x="3052" y="4461"/>
                    <a:pt x="3052" y="4930"/>
                    <a:pt x="3287" y="5165"/>
                  </a:cubicBezTo>
                  <a:cubicBezTo>
                    <a:pt x="4696" y="6574"/>
                    <a:pt x="4696" y="6574"/>
                    <a:pt x="4696" y="6574"/>
                  </a:cubicBezTo>
                  <a:cubicBezTo>
                    <a:pt x="4696" y="6809"/>
                    <a:pt x="4696" y="6809"/>
                    <a:pt x="4696" y="6809"/>
                  </a:cubicBezTo>
                  <a:cubicBezTo>
                    <a:pt x="4226" y="7513"/>
                    <a:pt x="3757" y="8452"/>
                    <a:pt x="3522" y="9157"/>
                  </a:cubicBezTo>
                  <a:cubicBezTo>
                    <a:pt x="3522" y="9626"/>
                    <a:pt x="3522" y="9626"/>
                    <a:pt x="3522" y="9626"/>
                  </a:cubicBezTo>
                  <a:cubicBezTo>
                    <a:pt x="1409" y="9626"/>
                    <a:pt x="1409" y="9626"/>
                    <a:pt x="1409" y="9626"/>
                  </a:cubicBezTo>
                  <a:cubicBezTo>
                    <a:pt x="1174" y="9626"/>
                    <a:pt x="939" y="9861"/>
                    <a:pt x="939" y="10096"/>
                  </a:cubicBezTo>
                  <a:cubicBezTo>
                    <a:pt x="939" y="11504"/>
                    <a:pt x="939" y="11504"/>
                    <a:pt x="939" y="11504"/>
                  </a:cubicBezTo>
                  <a:cubicBezTo>
                    <a:pt x="939" y="11504"/>
                    <a:pt x="939" y="11739"/>
                    <a:pt x="939" y="11739"/>
                  </a:cubicBezTo>
                  <a:cubicBezTo>
                    <a:pt x="1174" y="11974"/>
                    <a:pt x="1409" y="11974"/>
                    <a:pt x="1409" y="11974"/>
                  </a:cubicBezTo>
                  <a:cubicBezTo>
                    <a:pt x="3522" y="11974"/>
                    <a:pt x="3522" y="11974"/>
                    <a:pt x="3522" y="11974"/>
                  </a:cubicBezTo>
                  <a:cubicBezTo>
                    <a:pt x="3522" y="12443"/>
                    <a:pt x="3522" y="12443"/>
                    <a:pt x="3522" y="12443"/>
                  </a:cubicBezTo>
                  <a:cubicBezTo>
                    <a:pt x="3757" y="13148"/>
                    <a:pt x="3991" y="14087"/>
                    <a:pt x="4461" y="14791"/>
                  </a:cubicBezTo>
                  <a:cubicBezTo>
                    <a:pt x="4696" y="15026"/>
                    <a:pt x="4696" y="15026"/>
                    <a:pt x="4696" y="15026"/>
                  </a:cubicBezTo>
                  <a:cubicBezTo>
                    <a:pt x="3287" y="16435"/>
                    <a:pt x="3287" y="16435"/>
                    <a:pt x="3287" y="16435"/>
                  </a:cubicBezTo>
                  <a:cubicBezTo>
                    <a:pt x="3052" y="16670"/>
                    <a:pt x="3052" y="16670"/>
                    <a:pt x="3052" y="16904"/>
                  </a:cubicBezTo>
                  <a:cubicBezTo>
                    <a:pt x="3052" y="17139"/>
                    <a:pt x="3052" y="17139"/>
                    <a:pt x="3287" y="17374"/>
                  </a:cubicBezTo>
                  <a:cubicBezTo>
                    <a:pt x="4226" y="18313"/>
                    <a:pt x="4226" y="18313"/>
                    <a:pt x="4226" y="18313"/>
                  </a:cubicBezTo>
                  <a:cubicBezTo>
                    <a:pt x="4461" y="18548"/>
                    <a:pt x="4930" y="18548"/>
                    <a:pt x="4930" y="18313"/>
                  </a:cubicBezTo>
                  <a:lnTo>
                    <a:pt x="6574" y="16670"/>
                  </a:lnTo>
                  <a:close/>
                  <a:moveTo>
                    <a:pt x="10800" y="14791"/>
                  </a:moveTo>
                  <a:cubicBezTo>
                    <a:pt x="8687" y="14791"/>
                    <a:pt x="6809" y="12913"/>
                    <a:pt x="6809" y="10800"/>
                  </a:cubicBezTo>
                  <a:cubicBezTo>
                    <a:pt x="6809" y="8687"/>
                    <a:pt x="8687" y="6809"/>
                    <a:pt x="10800" y="6809"/>
                  </a:cubicBezTo>
                  <a:cubicBezTo>
                    <a:pt x="12913" y="6809"/>
                    <a:pt x="14791" y="8687"/>
                    <a:pt x="14791" y="10800"/>
                  </a:cubicBezTo>
                  <a:cubicBezTo>
                    <a:pt x="14791" y="12913"/>
                    <a:pt x="12913" y="14791"/>
                    <a:pt x="10800" y="14791"/>
                  </a:cubicBezTo>
                  <a:close/>
                  <a:moveTo>
                    <a:pt x="10800" y="7748"/>
                  </a:moveTo>
                  <a:cubicBezTo>
                    <a:pt x="9157" y="7748"/>
                    <a:pt x="7748" y="9157"/>
                    <a:pt x="7748" y="10800"/>
                  </a:cubicBezTo>
                  <a:cubicBezTo>
                    <a:pt x="7748" y="12443"/>
                    <a:pt x="9157" y="13852"/>
                    <a:pt x="10800" y="13852"/>
                  </a:cubicBezTo>
                  <a:cubicBezTo>
                    <a:pt x="12443" y="13852"/>
                    <a:pt x="13852" y="12443"/>
                    <a:pt x="13852" y="10800"/>
                  </a:cubicBezTo>
                  <a:cubicBezTo>
                    <a:pt x="13852" y="9157"/>
                    <a:pt x="12443" y="7748"/>
                    <a:pt x="10800" y="7748"/>
                  </a:cubicBezTo>
                  <a:close/>
                </a:path>
              </a:pathLst>
            </a:custGeom>
            <a:solidFill>
              <a:srgbClr val="414042"/>
            </a:solidFill>
            <a:ln w="12700" cap="flat">
              <a:noFill/>
              <a:miter lim="400000"/>
            </a:ln>
            <a:effectLst/>
          </p:spPr>
          <p:txBody>
            <a:bodyPr wrap="square" lIns="45719" tIns="45719" rIns="45719" bIns="45719" numCol="1" anchor="t">
              <a:noAutofit/>
            </a:bodyPr>
            <a:lstStyle/>
            <a:p>
              <a:pPr/>
            </a:p>
          </p:txBody>
        </p:sp>
        <p:sp>
          <p:nvSpPr>
            <p:cNvPr id="544" name="Freeform 103"/>
            <p:cNvSpPr/>
            <p:nvPr/>
          </p:nvSpPr>
          <p:spPr>
            <a:xfrm>
              <a:off x="1426434" y="1249050"/>
              <a:ext cx="224603" cy="205900"/>
            </a:xfrm>
            <a:custGeom>
              <a:avLst/>
              <a:gdLst/>
              <a:ahLst/>
              <a:cxnLst>
                <a:cxn ang="0">
                  <a:pos x="wd2" y="hd2"/>
                </a:cxn>
                <a:cxn ang="5400000">
                  <a:pos x="wd2" y="hd2"/>
                </a:cxn>
                <a:cxn ang="10800000">
                  <a:pos x="wd2" y="hd2"/>
                </a:cxn>
                <a:cxn ang="16200000">
                  <a:pos x="wd2" y="hd2"/>
                </a:cxn>
              </a:cxnLst>
              <a:rect l="0" t="0" r="r" b="b"/>
              <a:pathLst>
                <a:path w="21025" h="20934" fill="norm" stroke="1" extrusionOk="0">
                  <a:moveTo>
                    <a:pt x="1964" y="20934"/>
                  </a:moveTo>
                  <a:cubicBezTo>
                    <a:pt x="982" y="20934"/>
                    <a:pt x="982" y="19797"/>
                    <a:pt x="0" y="18660"/>
                  </a:cubicBezTo>
                  <a:cubicBezTo>
                    <a:pt x="0" y="17523"/>
                    <a:pt x="982" y="16387"/>
                    <a:pt x="1964" y="16387"/>
                  </a:cubicBezTo>
                  <a:cubicBezTo>
                    <a:pt x="7855" y="14113"/>
                    <a:pt x="13745" y="8429"/>
                    <a:pt x="17673" y="1608"/>
                  </a:cubicBezTo>
                  <a:cubicBezTo>
                    <a:pt x="17673" y="471"/>
                    <a:pt x="18655" y="-666"/>
                    <a:pt x="19636" y="471"/>
                  </a:cubicBezTo>
                  <a:cubicBezTo>
                    <a:pt x="20618" y="471"/>
                    <a:pt x="21600" y="2745"/>
                    <a:pt x="20618" y="3881"/>
                  </a:cubicBezTo>
                  <a:cubicBezTo>
                    <a:pt x="16691" y="11839"/>
                    <a:pt x="10800" y="17523"/>
                    <a:pt x="2945" y="19797"/>
                  </a:cubicBezTo>
                  <a:cubicBezTo>
                    <a:pt x="2945" y="19797"/>
                    <a:pt x="1964" y="20934"/>
                    <a:pt x="1964" y="20934"/>
                  </a:cubicBezTo>
                  <a:close/>
                </a:path>
              </a:pathLst>
            </a:custGeom>
            <a:solidFill>
              <a:srgbClr val="414042"/>
            </a:solidFill>
            <a:ln w="12700" cap="flat">
              <a:noFill/>
              <a:miter lim="400000"/>
            </a:ln>
            <a:effectLst/>
          </p:spPr>
          <p:txBody>
            <a:bodyPr wrap="square" lIns="45719" tIns="45719" rIns="45719" bIns="45719" numCol="1" anchor="t">
              <a:noAutofit/>
            </a:bodyPr>
            <a:lstStyle/>
            <a:p>
              <a:pPr/>
            </a:p>
          </p:txBody>
        </p:sp>
        <p:sp>
          <p:nvSpPr>
            <p:cNvPr id="545" name="Freeform 104"/>
            <p:cNvSpPr/>
            <p:nvPr/>
          </p:nvSpPr>
          <p:spPr>
            <a:xfrm>
              <a:off x="512436" y="624568"/>
              <a:ext cx="183217" cy="160848"/>
            </a:xfrm>
            <a:custGeom>
              <a:avLst/>
              <a:gdLst/>
              <a:ahLst/>
              <a:cxnLst>
                <a:cxn ang="0">
                  <a:pos x="wd2" y="hd2"/>
                </a:cxn>
                <a:cxn ang="5400000">
                  <a:pos x="wd2" y="hd2"/>
                </a:cxn>
                <a:cxn ang="10800000">
                  <a:pos x="wd2" y="hd2"/>
                </a:cxn>
                <a:cxn ang="16200000">
                  <a:pos x="wd2" y="hd2"/>
                </a:cxn>
              </a:cxnLst>
              <a:rect l="0" t="0" r="r" b="b"/>
              <a:pathLst>
                <a:path w="21300" h="20756" fill="norm" stroke="1" extrusionOk="0">
                  <a:moveTo>
                    <a:pt x="2400" y="20756"/>
                  </a:moveTo>
                  <a:cubicBezTo>
                    <a:pt x="1200" y="20756"/>
                    <a:pt x="1200" y="20756"/>
                    <a:pt x="0" y="19316"/>
                  </a:cubicBezTo>
                  <a:cubicBezTo>
                    <a:pt x="0" y="17876"/>
                    <a:pt x="1200" y="16436"/>
                    <a:pt x="2400" y="16436"/>
                  </a:cubicBezTo>
                  <a:cubicBezTo>
                    <a:pt x="8400" y="13556"/>
                    <a:pt x="13200" y="7796"/>
                    <a:pt x="16800" y="2036"/>
                  </a:cubicBezTo>
                  <a:cubicBezTo>
                    <a:pt x="16800" y="596"/>
                    <a:pt x="19200" y="-844"/>
                    <a:pt x="20400" y="596"/>
                  </a:cubicBezTo>
                  <a:cubicBezTo>
                    <a:pt x="21600" y="596"/>
                    <a:pt x="21600" y="3476"/>
                    <a:pt x="20400" y="4916"/>
                  </a:cubicBezTo>
                  <a:cubicBezTo>
                    <a:pt x="16800" y="12116"/>
                    <a:pt x="10800" y="19316"/>
                    <a:pt x="3600" y="20756"/>
                  </a:cubicBezTo>
                  <a:cubicBezTo>
                    <a:pt x="3600" y="20756"/>
                    <a:pt x="2400" y="20756"/>
                    <a:pt x="2400" y="20756"/>
                  </a:cubicBezTo>
                  <a:close/>
                </a:path>
              </a:pathLst>
            </a:custGeom>
            <a:solidFill>
              <a:srgbClr val="414042"/>
            </a:solidFill>
            <a:ln w="12700" cap="flat">
              <a:noFill/>
              <a:miter lim="400000"/>
            </a:ln>
            <a:effectLst/>
          </p:spPr>
          <p:txBody>
            <a:bodyPr wrap="square" lIns="45719" tIns="45719" rIns="45719" bIns="45719" numCol="1" anchor="t">
              <a:noAutofit/>
            </a:bodyPr>
            <a:lstStyle/>
            <a:p>
              <a:pPr/>
            </a:p>
          </p:txBody>
        </p:sp>
        <p:sp>
          <p:nvSpPr>
            <p:cNvPr id="546" name="Freeform 105"/>
            <p:cNvSpPr/>
            <p:nvPr/>
          </p:nvSpPr>
          <p:spPr>
            <a:xfrm>
              <a:off x="1057953" y="772539"/>
              <a:ext cx="254605" cy="257514"/>
            </a:xfrm>
            <a:custGeom>
              <a:avLst/>
              <a:gdLst/>
              <a:ahLst/>
              <a:cxnLst>
                <a:cxn ang="0">
                  <a:pos x="wd2" y="hd2"/>
                </a:cxn>
                <a:cxn ang="5400000">
                  <a:pos x="wd2" y="hd2"/>
                </a:cxn>
                <a:cxn ang="10800000">
                  <a:pos x="wd2" y="hd2"/>
                </a:cxn>
                <a:cxn ang="16200000">
                  <a:pos x="wd2" y="hd2"/>
                </a:cxn>
              </a:cxnLst>
              <a:rect l="0" t="0" r="r" b="b"/>
              <a:pathLst>
                <a:path w="21094" h="21600" fill="norm" stroke="1" extrusionOk="0">
                  <a:moveTo>
                    <a:pt x="2086" y="21600"/>
                  </a:moveTo>
                  <a:cubicBezTo>
                    <a:pt x="1222" y="21600"/>
                    <a:pt x="1222" y="21600"/>
                    <a:pt x="1222" y="21600"/>
                  </a:cubicBezTo>
                  <a:cubicBezTo>
                    <a:pt x="358" y="20661"/>
                    <a:pt x="-506" y="19722"/>
                    <a:pt x="358" y="18783"/>
                  </a:cubicBezTo>
                  <a:cubicBezTo>
                    <a:pt x="2950" y="9391"/>
                    <a:pt x="9862" y="2817"/>
                    <a:pt x="18502" y="0"/>
                  </a:cubicBezTo>
                  <a:cubicBezTo>
                    <a:pt x="19366" y="0"/>
                    <a:pt x="21094" y="939"/>
                    <a:pt x="21094" y="1878"/>
                  </a:cubicBezTo>
                  <a:cubicBezTo>
                    <a:pt x="21094" y="2817"/>
                    <a:pt x="20230" y="3757"/>
                    <a:pt x="19366" y="3757"/>
                  </a:cubicBezTo>
                  <a:cubicBezTo>
                    <a:pt x="12454" y="5635"/>
                    <a:pt x="5542" y="12209"/>
                    <a:pt x="2950" y="19722"/>
                  </a:cubicBezTo>
                  <a:cubicBezTo>
                    <a:pt x="2950" y="20661"/>
                    <a:pt x="2086" y="21600"/>
                    <a:pt x="2086" y="21600"/>
                  </a:cubicBezTo>
                  <a:close/>
                </a:path>
              </a:pathLst>
            </a:custGeom>
            <a:solidFill>
              <a:srgbClr val="414042"/>
            </a:solidFill>
            <a:ln w="12700" cap="flat">
              <a:noFill/>
              <a:miter lim="400000"/>
            </a:ln>
            <a:effectLst/>
          </p:spPr>
          <p:txBody>
            <a:bodyPr wrap="square" lIns="45719" tIns="45719" rIns="45719" bIns="45719" numCol="1" anchor="t">
              <a:noAutofit/>
            </a:bodyPr>
            <a:lstStyle/>
            <a:p>
              <a:pPr/>
            </a:p>
          </p:txBody>
        </p:sp>
        <p:sp>
          <p:nvSpPr>
            <p:cNvPr id="547" name="Freeform 106"/>
            <p:cNvSpPr/>
            <p:nvPr/>
          </p:nvSpPr>
          <p:spPr>
            <a:xfrm>
              <a:off x="224902" y="234979"/>
              <a:ext cx="224603" cy="225325"/>
            </a:xfrm>
            <a:custGeom>
              <a:avLst/>
              <a:gdLst/>
              <a:ahLst/>
              <a:cxnLst>
                <a:cxn ang="0">
                  <a:pos x="wd2" y="hd2"/>
                </a:cxn>
                <a:cxn ang="5400000">
                  <a:pos x="wd2" y="hd2"/>
                </a:cxn>
                <a:cxn ang="10800000">
                  <a:pos x="wd2" y="hd2"/>
                </a:cxn>
                <a:cxn ang="16200000">
                  <a:pos x="wd2" y="hd2"/>
                </a:cxn>
              </a:cxnLst>
              <a:rect l="0" t="0" r="r" b="b"/>
              <a:pathLst>
                <a:path w="21025" h="21600" fill="norm" stroke="1" extrusionOk="0">
                  <a:moveTo>
                    <a:pt x="2370" y="21600"/>
                  </a:moveTo>
                  <a:cubicBezTo>
                    <a:pt x="1389" y="21600"/>
                    <a:pt x="1389" y="21600"/>
                    <a:pt x="1389" y="21600"/>
                  </a:cubicBezTo>
                  <a:cubicBezTo>
                    <a:pt x="407" y="21600"/>
                    <a:pt x="-575" y="19440"/>
                    <a:pt x="407" y="18360"/>
                  </a:cubicBezTo>
                  <a:cubicBezTo>
                    <a:pt x="3352" y="9720"/>
                    <a:pt x="10225" y="3240"/>
                    <a:pt x="18080" y="0"/>
                  </a:cubicBezTo>
                  <a:cubicBezTo>
                    <a:pt x="20043" y="0"/>
                    <a:pt x="21025" y="1080"/>
                    <a:pt x="21025" y="2160"/>
                  </a:cubicBezTo>
                  <a:cubicBezTo>
                    <a:pt x="21025" y="3240"/>
                    <a:pt x="20043" y="4320"/>
                    <a:pt x="19061" y="4320"/>
                  </a:cubicBezTo>
                  <a:cubicBezTo>
                    <a:pt x="12189" y="6480"/>
                    <a:pt x="6298" y="12960"/>
                    <a:pt x="3352" y="20520"/>
                  </a:cubicBezTo>
                  <a:cubicBezTo>
                    <a:pt x="3352" y="21600"/>
                    <a:pt x="2370" y="21600"/>
                    <a:pt x="2370" y="21600"/>
                  </a:cubicBezTo>
                  <a:close/>
                </a:path>
              </a:pathLst>
            </a:custGeom>
            <a:solidFill>
              <a:srgbClr val="414042"/>
            </a:solidFill>
            <a:ln w="12700" cap="flat">
              <a:noFill/>
              <a:miter lim="400000"/>
            </a:ln>
            <a:effectLst/>
          </p:spPr>
          <p:txBody>
            <a:bodyPr wrap="square" lIns="45719" tIns="45719" rIns="45719" bIns="45719" numCol="1" anchor="t">
              <a:noAutofit/>
            </a:bodyPr>
            <a:lstStyle/>
            <a:p>
              <a:pPr/>
            </a:p>
          </p:txBody>
        </p:sp>
      </p:grpSp>
      <p:sp>
        <p:nvSpPr>
          <p:cNvPr id="549" name="文本框 16"/>
          <p:cNvSpPr txBox="1"/>
          <p:nvPr/>
        </p:nvSpPr>
        <p:spPr>
          <a:xfrm>
            <a:off x="2600139" y="3720245"/>
            <a:ext cx="6555742" cy="437069"/>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lgn="ctr">
              <a:defRPr sz="2400">
                <a:solidFill>
                  <a:srgbClr val="005790"/>
                </a:solidFill>
              </a:defRPr>
            </a:lvl1pPr>
          </a:lstStyle>
          <a:p>
            <a:pPr/>
            <a:r>
              <a:t>SmartStudentSystem2025@gmail.com</a:t>
            </a:r>
          </a:p>
        </p:txBody>
      </p:sp>
      <p:sp>
        <p:nvSpPr>
          <p:cNvPr id="550" name="文本框 16"/>
          <p:cNvSpPr txBox="1"/>
          <p:nvPr/>
        </p:nvSpPr>
        <p:spPr>
          <a:xfrm>
            <a:off x="2858260" y="1192421"/>
            <a:ext cx="5884547" cy="98044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p>
            <a:pPr algn="ctr">
              <a:defRPr sz="6000">
                <a:solidFill>
                  <a:srgbClr val="C00000"/>
                </a:solidFill>
                <a:latin typeface="Andalus"/>
                <a:ea typeface="Andalus"/>
                <a:cs typeface="Andalus"/>
                <a:sym typeface="Andalus"/>
              </a:defRPr>
            </a:pPr>
            <a:r>
              <a:t>Thank </a:t>
            </a:r>
            <a:r>
              <a:rPr>
                <a:solidFill>
                  <a:srgbClr val="005790"/>
                </a:solidFill>
              </a:rPr>
              <a:t>Listening</a:t>
            </a:r>
          </a:p>
        </p:txBody>
      </p:sp>
    </p:spTree>
  </p:cSld>
  <p:clrMapOvr>
    <a:masterClrMapping/>
  </p:clrMapOvr>
  <mc:AlternateContent xmlns:mc="http://schemas.openxmlformats.org/markup-compatibility/2006">
    <mc:Choice xmlns:p14="http://schemas.microsoft.com/office/powerpoint/2010/main" Requires="p14">
      <p:transition spd="slow" advClick="1" p14:dur="1200">
        <p:wipe dir="l"/>
      </p:transition>
    </mc:Choice>
    <mc:Fallback>
      <p:transition spd="slow">
        <p:fade/>
      </p:transition>
    </mc:Fallback>
  </mc:AlternateContent>
</p:sld>
</file>

<file path=ppt/theme/theme1.xml><?xml version="1.0" encoding="utf-8"?>
<a:theme xmlns:a="http://schemas.openxmlformats.org/drawingml/2006/main" xmlns:r="http://schemas.openxmlformats.org/officeDocument/2006/relationships" name="Minimalist Business Slides XL by Slidesgo">
  <a:themeElements>
    <a:clrScheme name="Minimalist Business Slides XL by Slidesgo">
      <a:dk1>
        <a:srgbClr val="000000"/>
      </a:dk1>
      <a:lt1>
        <a:srgbClr val="F5F2EE"/>
      </a:lt1>
      <a:dk2>
        <a:srgbClr val="A7A7A7"/>
      </a:dk2>
      <a:lt2>
        <a:srgbClr val="535353"/>
      </a:lt2>
      <a:accent1>
        <a:srgbClr val="3F3533"/>
      </a:accent1>
      <a:accent2>
        <a:srgbClr val="231E1D"/>
      </a:accent2>
      <a:accent3>
        <a:srgbClr val="1B1716"/>
      </a:accent3>
      <a:accent4>
        <a:srgbClr val="13100F"/>
      </a:accent4>
      <a:accent5>
        <a:srgbClr val="0B0909"/>
      </a:accent5>
      <a:accent6>
        <a:srgbClr val="030202"/>
      </a:accent6>
      <a:hlink>
        <a:srgbClr val="0000FF"/>
      </a:hlink>
      <a:folHlink>
        <a:srgbClr val="FF00FF"/>
      </a:folHlink>
    </a:clrScheme>
    <a:fontScheme name="Minimalist Business Slides XL by Slidesgo">
      <a:majorFont>
        <a:latin typeface="Arial"/>
        <a:ea typeface="Arial"/>
        <a:cs typeface="Arial"/>
      </a:majorFont>
      <a:minorFont>
        <a:latin typeface="Helvetica"/>
        <a:ea typeface="Helvetica"/>
        <a:cs typeface="Helvetica"/>
      </a:minorFont>
    </a:fontScheme>
    <a:fmtScheme name="Minimalist Business Slides XL by Slidesgo">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sx="100000" sy="100000" kx="0" ky="0" algn="b" rotWithShape="0" blurRad="38100" dist="23000" dir="5400000">
              <a:srgbClr val="000000">
                <a:alpha val="35000"/>
              </a:srgbClr>
            </a:outerShdw>
          </a:effectLst>
        </a:effectStyle>
        <a:effectStyle>
          <a:effectLst>
            <a:outerShdw sx="100000" sy="100000" kx="0" ky="0" algn="b" rotWithShape="0" blurRad="38100" dist="23000" dir="5400000">
              <a:srgbClr val="000000">
                <a:alpha val="35000"/>
              </a:srgbClr>
            </a:outerShdw>
          </a:effectLst>
        </a:effectStyle>
        <a:effectStyle>
          <a:effectLst>
            <a:outerShdw sx="100000" sy="100000" kx="0" ky="0" algn="b" rotWithShape="0" blurRad="38100" dist="20000" dir="5400000">
              <a:srgbClr val="000000">
                <a:alpha val="38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5F2EE"/>
        </a:solidFill>
        <a:ln w="25400" cap="flat">
          <a:solidFill>
            <a:schemeClr val="accent1"/>
          </a:solidFill>
          <a:prstDash val="solid"/>
          <a:round/>
        </a:ln>
        <a:effectLst>
          <a:outerShdw sx="100000" sy="100000" kx="0" ky="0" algn="b" rotWithShape="0" blurRad="38100" dist="23000" dir="5400000">
            <a:srgbClr val="000000">
              <a:alpha val="35000"/>
            </a:srgbClr>
          </a:outerShdw>
        </a:effectLst>
        <a:sp3d/>
      </a:spPr>
      <a:bodyPr rot="0" spcFirstLastPara="1" vertOverflow="overflow" horzOverflow="overflow" vert="horz" wrap="square" lIns="45719" tIns="45719" rIns="45719" bIns="45719" numCol="1" spcCol="38100" rtlCol="0" anchor="ctr" upright="0">
        <a:spAutoFit/>
      </a:bodyPr>
      <a:lstStyle>
        <a:defPPr marL="0" marR="0" indent="0" algn="l" defTabSz="914400" rtl="0" fontAlgn="auto" latinLnBrk="0" hangingPunct="0">
          <a:lnSpc>
            <a:spcPct val="100000"/>
          </a:lnSpc>
          <a:spcBef>
            <a:spcPts val="0"/>
          </a:spcBef>
          <a:spcAft>
            <a:spcPts val="0"/>
          </a:spcAft>
          <a:buClrTx/>
          <a:buSzTx/>
          <a:buFontTx/>
          <a:buNone/>
          <a:tabLst/>
          <a:defRPr b="0" baseline="0" cap="none" i="0" spc="0" strike="noStrike" sz="1400" u="none" kumimoji="0" normalizeH="0">
            <a:ln>
              <a:noFill/>
            </a:ln>
            <a:solidFill>
              <a:srgbClr val="000000"/>
            </a:solidFill>
            <a:effectLst/>
            <a:uFillTx/>
            <a:latin typeface="+mj-lt"/>
            <a:ea typeface="+mj-ea"/>
            <a:cs typeface="+mj-cs"/>
            <a:sym typeface="Arial"/>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spDef>
    <a:lnDef>
      <a:spPr>
        <a:noFill/>
        <a:ln w="25400" cap="flat">
          <a:solidFill>
            <a:schemeClr val="accent1"/>
          </a:solidFill>
          <a:prstDash val="solid"/>
          <a:round/>
        </a:ln>
        <a:effectLst>
          <a:outerShdw sx="100000" sy="100000" kx="0" ky="0" algn="b" rotWithShape="0" blurRad="38100" dist="20000" dir="5400000">
            <a:srgbClr val="000000">
              <a:alpha val="38000"/>
            </a:srgbClr>
          </a:outerShdw>
        </a:effectLst>
        <a:sp3d/>
      </a:spPr>
      <a:bodyPr rot="0" spcFirstLastPara="1" vertOverflow="overflow" horzOverflow="overflow" vert="horz" wrap="square" lIns="91439" tIns="45719" rIns="91439" bIns="45719" numCol="1" spcCol="38100" rtlCol="0" anchor="t" upright="0">
        <a:noAutofit/>
      </a:bodyPr>
      <a:ls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lnDef>
    <a:txDef>
      <a:spPr>
        <a:noFill/>
        <a:ln w="12700" cap="flat">
          <a:noFill/>
          <a:miter lim="400000"/>
        </a:ln>
        <a:effectLst/>
        <a:sp3d/>
      </a:spPr>
      <a:bodyPr rot="0" spcFirstLastPara="1" vertOverflow="overflow" horzOverflow="overflow" vert="horz" wrap="square" lIns="45719" tIns="45719" rIns="45719" bIns="45719" numCol="1" spcCol="38100" rtlCol="0" anchor="t" upright="0">
        <a:spAutoFit/>
      </a:bodyPr>
      <a:lstStyle>
        <a:defPPr marL="0" marR="0" indent="0" algn="l" defTabSz="914400" rtl="0" fontAlgn="auto" latinLnBrk="0" hangingPunct="0">
          <a:lnSpc>
            <a:spcPct val="100000"/>
          </a:lnSpc>
          <a:spcBef>
            <a:spcPts val="0"/>
          </a:spcBef>
          <a:spcAft>
            <a:spcPts val="0"/>
          </a:spcAft>
          <a:buClrTx/>
          <a:buSzTx/>
          <a:buFontTx/>
          <a:buNone/>
          <a:tabLst/>
          <a:defRPr b="0" baseline="0" cap="none" i="0" spc="0" strike="noStrike" sz="1400" u="none" kumimoji="0" normalizeH="0">
            <a:ln>
              <a:noFill/>
            </a:ln>
            <a:solidFill>
              <a:srgbClr val="000000"/>
            </a:solidFill>
            <a:effectLst/>
            <a:uFillTx/>
            <a:latin typeface="+mj-lt"/>
            <a:ea typeface="+mj-ea"/>
            <a:cs typeface="+mj-cs"/>
            <a:sym typeface="Arial"/>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txDef>
  </a:objectDefaults>
</a:theme>
</file>

<file path=ppt/theme/theme2.xml><?xml version="1.0" encoding="utf-8"?>
<a:theme xmlns:a="http://schemas.openxmlformats.org/drawingml/2006/main" xmlns:r="http://schemas.openxmlformats.org/officeDocument/2006/relationships" name="Minimalist Business Slides XL by Slidesgo">
  <a:themeElements>
    <a:clrScheme name="Minimalist Business Slides XL by Slidesgo">
      <a:dk1>
        <a:srgbClr val="000000"/>
      </a:dk1>
      <a:lt1>
        <a:srgbClr val="FFFFFF"/>
      </a:lt1>
      <a:dk2>
        <a:srgbClr val="A7A7A7"/>
      </a:dk2>
      <a:lt2>
        <a:srgbClr val="535353"/>
      </a:lt2>
      <a:accent1>
        <a:srgbClr val="3F3533"/>
      </a:accent1>
      <a:accent2>
        <a:srgbClr val="231E1D"/>
      </a:accent2>
      <a:accent3>
        <a:srgbClr val="1B1716"/>
      </a:accent3>
      <a:accent4>
        <a:srgbClr val="13100F"/>
      </a:accent4>
      <a:accent5>
        <a:srgbClr val="0B0909"/>
      </a:accent5>
      <a:accent6>
        <a:srgbClr val="030202"/>
      </a:accent6>
      <a:hlink>
        <a:srgbClr val="0000FF"/>
      </a:hlink>
      <a:folHlink>
        <a:srgbClr val="FF00FF"/>
      </a:folHlink>
    </a:clrScheme>
    <a:fontScheme name="Minimalist Business Slides XL by Slidesgo">
      <a:majorFont>
        <a:latin typeface="Arial"/>
        <a:ea typeface="Arial"/>
        <a:cs typeface="Arial"/>
      </a:majorFont>
      <a:minorFont>
        <a:latin typeface="Helvetica"/>
        <a:ea typeface="Helvetica"/>
        <a:cs typeface="Helvetica"/>
      </a:minorFont>
    </a:fontScheme>
    <a:fmtScheme name="Minimalist Business Slides XL by Slidesgo">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sx="100000" sy="100000" kx="0" ky="0" algn="b" rotWithShape="0" blurRad="38100" dist="23000" dir="5400000">
              <a:srgbClr val="000000">
                <a:alpha val="35000"/>
              </a:srgbClr>
            </a:outerShdw>
          </a:effectLst>
        </a:effectStyle>
        <a:effectStyle>
          <a:effectLst>
            <a:outerShdw sx="100000" sy="100000" kx="0" ky="0" algn="b" rotWithShape="0" blurRad="38100" dist="23000" dir="5400000">
              <a:srgbClr val="000000">
                <a:alpha val="35000"/>
              </a:srgbClr>
            </a:outerShdw>
          </a:effectLst>
        </a:effectStyle>
        <a:effectStyle>
          <a:effectLst>
            <a:outerShdw sx="100000" sy="100000" kx="0" ky="0" algn="b" rotWithShape="0" blurRad="38100" dist="20000" dir="5400000">
              <a:srgbClr val="000000">
                <a:alpha val="38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5F2EE"/>
        </a:solidFill>
        <a:ln w="25400" cap="flat">
          <a:solidFill>
            <a:schemeClr val="accent1"/>
          </a:solidFill>
          <a:prstDash val="solid"/>
          <a:round/>
        </a:ln>
        <a:effectLst>
          <a:outerShdw sx="100000" sy="100000" kx="0" ky="0" algn="b" rotWithShape="0" blurRad="38100" dist="23000" dir="5400000">
            <a:srgbClr val="000000">
              <a:alpha val="35000"/>
            </a:srgbClr>
          </a:outerShdw>
        </a:effectLst>
        <a:sp3d/>
      </a:spPr>
      <a:bodyPr rot="0" spcFirstLastPara="1" vertOverflow="overflow" horzOverflow="overflow" vert="horz" wrap="square" lIns="45719" tIns="45719" rIns="45719" bIns="45719" numCol="1" spcCol="38100" rtlCol="0" anchor="ctr" upright="0">
        <a:spAutoFit/>
      </a:bodyPr>
      <a:lstStyle>
        <a:defPPr marL="0" marR="0" indent="0" algn="l" defTabSz="914400" rtl="0" fontAlgn="auto" latinLnBrk="0" hangingPunct="0">
          <a:lnSpc>
            <a:spcPct val="100000"/>
          </a:lnSpc>
          <a:spcBef>
            <a:spcPts val="0"/>
          </a:spcBef>
          <a:spcAft>
            <a:spcPts val="0"/>
          </a:spcAft>
          <a:buClrTx/>
          <a:buSzTx/>
          <a:buFontTx/>
          <a:buNone/>
          <a:tabLst/>
          <a:defRPr b="0" baseline="0" cap="none" i="0" spc="0" strike="noStrike" sz="1400" u="none" kumimoji="0" normalizeH="0">
            <a:ln>
              <a:noFill/>
            </a:ln>
            <a:solidFill>
              <a:srgbClr val="000000"/>
            </a:solidFill>
            <a:effectLst/>
            <a:uFillTx/>
            <a:latin typeface="+mj-lt"/>
            <a:ea typeface="+mj-ea"/>
            <a:cs typeface="+mj-cs"/>
            <a:sym typeface="Arial"/>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spDef>
    <a:lnDef>
      <a:spPr>
        <a:noFill/>
        <a:ln w="25400" cap="flat">
          <a:solidFill>
            <a:schemeClr val="accent1"/>
          </a:solidFill>
          <a:prstDash val="solid"/>
          <a:round/>
        </a:ln>
        <a:effectLst>
          <a:outerShdw sx="100000" sy="100000" kx="0" ky="0" algn="b" rotWithShape="0" blurRad="38100" dist="20000" dir="5400000">
            <a:srgbClr val="000000">
              <a:alpha val="38000"/>
            </a:srgbClr>
          </a:outerShdw>
        </a:effectLst>
        <a:sp3d/>
      </a:spPr>
      <a:bodyPr rot="0" spcFirstLastPara="1" vertOverflow="overflow" horzOverflow="overflow" vert="horz" wrap="square" lIns="91439" tIns="45719" rIns="91439" bIns="45719" numCol="1" spcCol="38100" rtlCol="0" anchor="t" upright="0">
        <a:noAutofit/>
      </a:bodyPr>
      <a:ls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lnDef>
    <a:txDef>
      <a:spPr>
        <a:noFill/>
        <a:ln w="12700" cap="flat">
          <a:noFill/>
          <a:miter lim="400000"/>
        </a:ln>
        <a:effectLst/>
        <a:sp3d/>
      </a:spPr>
      <a:bodyPr rot="0" spcFirstLastPara="1" vertOverflow="overflow" horzOverflow="overflow" vert="horz" wrap="square" lIns="45719" tIns="45719" rIns="45719" bIns="45719" numCol="1" spcCol="38100" rtlCol="0" anchor="t" upright="0">
        <a:spAutoFit/>
      </a:bodyPr>
      <a:lstStyle>
        <a:defPPr marL="0" marR="0" indent="0" algn="l" defTabSz="914400" rtl="0" fontAlgn="auto" latinLnBrk="0" hangingPunct="0">
          <a:lnSpc>
            <a:spcPct val="100000"/>
          </a:lnSpc>
          <a:spcBef>
            <a:spcPts val="0"/>
          </a:spcBef>
          <a:spcAft>
            <a:spcPts val="0"/>
          </a:spcAft>
          <a:buClrTx/>
          <a:buSzTx/>
          <a:buFontTx/>
          <a:buNone/>
          <a:tabLst/>
          <a:defRPr b="0" baseline="0" cap="none" i="0" spc="0" strike="noStrike" sz="1400" u="none" kumimoji="0" normalizeH="0">
            <a:ln>
              <a:noFill/>
            </a:ln>
            <a:solidFill>
              <a:srgbClr val="000000"/>
            </a:solidFill>
            <a:effectLst/>
            <a:uFillTx/>
            <a:latin typeface="+mj-lt"/>
            <a:ea typeface="+mj-ea"/>
            <a:cs typeface="+mj-cs"/>
            <a:sym typeface="Arial"/>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txDef>
  </a:objectDefaults>
</a:theme>
</file>

<file path=docProps/app.xml><?xml version="1.0" encoding="utf-8"?>
<Properties xmlns="http://schemas.openxmlformats.org/officeDocument/2006/extended-properties" xmlns:vt="http://schemas.openxmlformats.org/officeDocument/2006/docPropsVTypes"/>
</file>

<file path=docProps/core.xml><?xml version="1.0" encoding="utf-8"?>
<cp:coreProperties xmlns:cp="http://schemas.openxmlformats.org/package/2006/metadata/core-properties" xmlns:dc="http://purl.org/dc/elements/1.1/" xmlns:dcterms="http://purl.org/dc/terms/" xmlns:xsi="http://www.w3.org/2001/XMLSchema-instance"/>
</file>